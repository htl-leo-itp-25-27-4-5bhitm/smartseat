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4"/>
    <p:sldMasterId id="2147483681" r:id="rId5"/>
  </p:sldMasterIdLst>
  <p:notesMasterIdLst>
    <p:notesMasterId r:id="rId13"/>
  </p:notesMasterIdLst>
  <p:sldIdLst>
    <p:sldId id="256" r:id="rId6"/>
    <p:sldId id="259" r:id="rId7"/>
    <p:sldId id="261" r:id="rId8"/>
    <p:sldId id="305" r:id="rId9"/>
    <p:sldId id="307" r:id="rId10"/>
    <p:sldId id="306" r:id="rId11"/>
    <p:sldId id="308" r:id="rId12"/>
  </p:sldIdLst>
  <p:sldSz cx="9144000" cy="5143500" type="screen16x9"/>
  <p:notesSz cx="6858000" cy="9144000"/>
  <p:embeddedFontLst>
    <p:embeddedFont>
      <p:font typeface="Barlow Semi Condensed" panose="020B0604020202020204" charset="0"/>
      <p:regular r:id="rId14"/>
      <p:bold r:id="rId15"/>
      <p:italic r:id="rId16"/>
      <p:boldItalic r:id="rId17"/>
    </p:embeddedFont>
    <p:embeddedFont>
      <p:font typeface="Barlow Semi Condensed Medium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95AD7-50E4-2032-E521-BE332577C153}" v="43" dt="2026-03-11T09:39:03.968"/>
    <p1510:client id="{534E047A-0F55-4919-A356-793B530916A8}" v="676" dt="2026-03-11T09:38:37.253"/>
  </p1510:revLst>
</p1510:revInfo>
</file>

<file path=ppt/tableStyles.xml><?xml version="1.0" encoding="utf-8"?>
<a:tblStyleLst xmlns:a="http://schemas.openxmlformats.org/drawingml/2006/main" def="{9D64B870-04B9-4400-8A73-D97A1BAC7837}">
  <a:tblStyle styleId="{9D64B870-04B9-4400-8A73-D97A1BAC78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font" Target="fonts/font8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font1.fntdata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inhart Stefan" userId="5dfd76dc-d952-4df9-b1ac-4d23ab490330" providerId="ADAL" clId="{3F6BC1E2-E987-4696-B068-5F4962ABBA7C}"/>
    <pc:docChg chg="custSel addSld delSld modSld">
      <pc:chgData name="Meinhart Stefan" userId="5dfd76dc-d952-4df9-b1ac-4d23ab490330" providerId="ADAL" clId="{3F6BC1E2-E987-4696-B068-5F4962ABBA7C}" dt="2026-03-11T09:38:37.253" v="677" actId="20577"/>
      <pc:docMkLst>
        <pc:docMk/>
      </pc:docMkLst>
      <pc:sldChg chg="modSp mod">
        <pc:chgData name="Meinhart Stefan" userId="5dfd76dc-d952-4df9-b1ac-4d23ab490330" providerId="ADAL" clId="{3F6BC1E2-E987-4696-B068-5F4962ABBA7C}" dt="2026-03-11T09:27:08.323" v="9" actId="20577"/>
        <pc:sldMkLst>
          <pc:docMk/>
          <pc:sldMk cId="0" sldId="256"/>
        </pc:sldMkLst>
        <pc:spChg chg="mod">
          <ac:chgData name="Meinhart Stefan" userId="5dfd76dc-d952-4df9-b1ac-4d23ab490330" providerId="ADAL" clId="{3F6BC1E2-E987-4696-B068-5F4962ABBA7C}" dt="2026-03-11T09:27:08.323" v="9" actId="20577"/>
          <ac:spMkLst>
            <pc:docMk/>
            <pc:sldMk cId="0" sldId="256"/>
            <ac:spMk id="1884" creationId="{00000000-0000-0000-0000-000000000000}"/>
          </ac:spMkLst>
        </pc:spChg>
      </pc:sldChg>
      <pc:sldChg chg="modNotesTx">
        <pc:chgData name="Meinhart Stefan" userId="5dfd76dc-d952-4df9-b1ac-4d23ab490330" providerId="ADAL" clId="{3F6BC1E2-E987-4696-B068-5F4962ABBA7C}" dt="2026-03-11T09:35:32.596" v="565" actId="20577"/>
        <pc:sldMkLst>
          <pc:docMk/>
          <pc:sldMk cId="0" sldId="261"/>
        </pc:sldMkLst>
      </pc:sldChg>
      <pc:sldChg chg="del">
        <pc:chgData name="Meinhart Stefan" userId="5dfd76dc-d952-4df9-b1ac-4d23ab490330" providerId="ADAL" clId="{3F6BC1E2-E987-4696-B068-5F4962ABBA7C}" dt="2026-03-11T09:35:47.558" v="567" actId="47"/>
        <pc:sldMkLst>
          <pc:docMk/>
          <pc:sldMk cId="1582173905" sldId="304"/>
        </pc:sldMkLst>
      </pc:sldChg>
      <pc:sldChg chg="modSp mod">
        <pc:chgData name="Meinhart Stefan" userId="5dfd76dc-d952-4df9-b1ac-4d23ab490330" providerId="ADAL" clId="{3F6BC1E2-E987-4696-B068-5F4962ABBA7C}" dt="2026-03-11T09:27:41.519" v="67" actId="20577"/>
        <pc:sldMkLst>
          <pc:docMk/>
          <pc:sldMk cId="1304828951" sldId="305"/>
        </pc:sldMkLst>
        <pc:spChg chg="mod">
          <ac:chgData name="Meinhart Stefan" userId="5dfd76dc-d952-4df9-b1ac-4d23ab490330" providerId="ADAL" clId="{3F6BC1E2-E987-4696-B068-5F4962ABBA7C}" dt="2026-03-11T09:27:41.519" v="67" actId="20577"/>
          <ac:spMkLst>
            <pc:docMk/>
            <pc:sldMk cId="1304828951" sldId="305"/>
            <ac:spMk id="2155" creationId="{00E24860-9F12-3B09-6C7A-A3E706498829}"/>
          </ac:spMkLst>
        </pc:spChg>
        <pc:spChg chg="mod">
          <ac:chgData name="Meinhart Stefan" userId="5dfd76dc-d952-4df9-b1ac-4d23ab490330" providerId="ADAL" clId="{3F6BC1E2-E987-4696-B068-5F4962ABBA7C}" dt="2026-03-11T09:24:58.835" v="4" actId="20577"/>
          <ac:spMkLst>
            <pc:docMk/>
            <pc:sldMk cId="1304828951" sldId="305"/>
            <ac:spMk id="2156" creationId="{E25226EC-8673-7ED3-2173-ED28E402531A}"/>
          </ac:spMkLst>
        </pc:spChg>
      </pc:sldChg>
      <pc:sldChg chg="delSp modSp add mod modNotesTx">
        <pc:chgData name="Meinhart Stefan" userId="5dfd76dc-d952-4df9-b1ac-4d23ab490330" providerId="ADAL" clId="{3F6BC1E2-E987-4696-B068-5F4962ABBA7C}" dt="2026-03-11T09:33:36.742" v="296" actId="20577"/>
        <pc:sldMkLst>
          <pc:docMk/>
          <pc:sldMk cId="795942568" sldId="306"/>
        </pc:sldMkLst>
        <pc:spChg chg="mod">
          <ac:chgData name="Meinhart Stefan" userId="5dfd76dc-d952-4df9-b1ac-4d23ab490330" providerId="ADAL" clId="{3F6BC1E2-E987-4696-B068-5F4962ABBA7C}" dt="2026-03-11T09:31:56.363" v="249" actId="403"/>
          <ac:spMkLst>
            <pc:docMk/>
            <pc:sldMk cId="795942568" sldId="306"/>
            <ac:spMk id="3213" creationId="{4355AAFC-5155-5D88-6B9C-3144256AB99E}"/>
          </ac:spMkLst>
        </pc:spChg>
        <pc:spChg chg="mod">
          <ac:chgData name="Meinhart Stefan" userId="5dfd76dc-d952-4df9-b1ac-4d23ab490330" providerId="ADAL" clId="{3F6BC1E2-E987-4696-B068-5F4962ABBA7C}" dt="2026-03-11T09:31:45.354" v="247" actId="20577"/>
          <ac:spMkLst>
            <pc:docMk/>
            <pc:sldMk cId="795942568" sldId="306"/>
            <ac:spMk id="3214" creationId="{6DA6BEC7-31D0-F2E1-D95E-18A828CF2113}"/>
          </ac:spMkLst>
        </pc:spChg>
        <pc:grpChg chg="del">
          <ac:chgData name="Meinhart Stefan" userId="5dfd76dc-d952-4df9-b1ac-4d23ab490330" providerId="ADAL" clId="{3F6BC1E2-E987-4696-B068-5F4962ABBA7C}" dt="2026-03-11T09:28:16.345" v="94" actId="478"/>
          <ac:grpSpMkLst>
            <pc:docMk/>
            <pc:sldMk cId="795942568" sldId="306"/>
            <ac:grpSpMk id="3215" creationId="{B6C22E62-8282-6F27-53E6-3A41883474C3}"/>
          </ac:grpSpMkLst>
        </pc:grpChg>
      </pc:sldChg>
      <pc:sldChg chg="addSp delSp modSp add mod setBg">
        <pc:chgData name="Meinhart Stefan" userId="5dfd76dc-d952-4df9-b1ac-4d23ab490330" providerId="ADAL" clId="{3F6BC1E2-E987-4696-B068-5F4962ABBA7C}" dt="2026-03-11T09:32:57.676" v="259" actId="14100"/>
        <pc:sldMkLst>
          <pc:docMk/>
          <pc:sldMk cId="1431347951" sldId="307"/>
        </pc:sldMkLst>
        <pc:spChg chg="add del mod">
          <ac:chgData name="Meinhart Stefan" userId="5dfd76dc-d952-4df9-b1ac-4d23ab490330" providerId="ADAL" clId="{3F6BC1E2-E987-4696-B068-5F4962ABBA7C}" dt="2026-03-11T09:32:09.488" v="251" actId="478"/>
          <ac:spMkLst>
            <pc:docMk/>
            <pc:sldMk cId="1431347951" sldId="307"/>
            <ac:spMk id="3" creationId="{5EB7216D-5BDB-3F45-7C8C-19A9F8246B9B}"/>
          </ac:spMkLst>
        </pc:spChg>
        <pc:spChg chg="add del">
          <ac:chgData name="Meinhart Stefan" userId="5dfd76dc-d952-4df9-b1ac-4d23ab490330" providerId="ADAL" clId="{3F6BC1E2-E987-4696-B068-5F4962ABBA7C}" dt="2026-03-11T09:32:23.051" v="253" actId="478"/>
          <ac:spMkLst>
            <pc:docMk/>
            <pc:sldMk cId="1431347951" sldId="307"/>
            <ac:spMk id="4" creationId="{67068EED-2A58-C644-1101-369C3C44DE2C}"/>
          </ac:spMkLst>
        </pc:spChg>
        <pc:spChg chg="add del">
          <ac:chgData name="Meinhart Stefan" userId="5dfd76dc-d952-4df9-b1ac-4d23ab490330" providerId="ADAL" clId="{3F6BC1E2-E987-4696-B068-5F4962ABBA7C}" dt="2026-03-11T09:32:28.661" v="255" actId="478"/>
          <ac:spMkLst>
            <pc:docMk/>
            <pc:sldMk cId="1431347951" sldId="307"/>
            <ac:spMk id="5" creationId="{B03E5D10-9AE2-A5C3-8624-7B778DDDE070}"/>
          </ac:spMkLst>
        </pc:spChg>
        <pc:spChg chg="del">
          <ac:chgData name="Meinhart Stefan" userId="5dfd76dc-d952-4df9-b1ac-4d23ab490330" providerId="ADAL" clId="{3F6BC1E2-E987-4696-B068-5F4962ABBA7C}" dt="2026-03-11T09:32:08.185" v="250" actId="478"/>
          <ac:spMkLst>
            <pc:docMk/>
            <pc:sldMk cId="1431347951" sldId="307"/>
            <ac:spMk id="3457" creationId="{BA9EED0F-469D-5D31-260A-623E776D350E}"/>
          </ac:spMkLst>
        </pc:spChg>
        <pc:picChg chg="add mod">
          <ac:chgData name="Meinhart Stefan" userId="5dfd76dc-d952-4df9-b1ac-4d23ab490330" providerId="ADAL" clId="{3F6BC1E2-E987-4696-B068-5F4962ABBA7C}" dt="2026-03-11T09:32:57.676" v="259" actId="14100"/>
          <ac:picMkLst>
            <pc:docMk/>
            <pc:sldMk cId="1431347951" sldId="307"/>
            <ac:picMk id="7" creationId="{16A606F0-00D4-C6AE-05B4-4F755CC4ACFB}"/>
          </ac:picMkLst>
        </pc:picChg>
      </pc:sldChg>
      <pc:sldChg chg="modSp add mod">
        <pc:chgData name="Meinhart Stefan" userId="5dfd76dc-d952-4df9-b1ac-4d23ab490330" providerId="ADAL" clId="{3F6BC1E2-E987-4696-B068-5F4962ABBA7C}" dt="2026-03-11T09:38:37.253" v="677" actId="20577"/>
        <pc:sldMkLst>
          <pc:docMk/>
          <pc:sldMk cId="4255446289" sldId="308"/>
        </pc:sldMkLst>
        <pc:spChg chg="mod">
          <ac:chgData name="Meinhart Stefan" userId="5dfd76dc-d952-4df9-b1ac-4d23ab490330" providerId="ADAL" clId="{3F6BC1E2-E987-4696-B068-5F4962ABBA7C}" dt="2026-03-11T09:37:01.881" v="580" actId="20577"/>
          <ac:spMkLst>
            <pc:docMk/>
            <pc:sldMk cId="4255446289" sldId="308"/>
            <ac:spMk id="3213" creationId="{D4E951BE-BF78-5482-8020-EE55EC061FBB}"/>
          </ac:spMkLst>
        </pc:spChg>
        <pc:spChg chg="mod">
          <ac:chgData name="Meinhart Stefan" userId="5dfd76dc-d952-4df9-b1ac-4d23ab490330" providerId="ADAL" clId="{3F6BC1E2-E987-4696-B068-5F4962ABBA7C}" dt="2026-03-11T09:38:37.253" v="677" actId="20577"/>
          <ac:spMkLst>
            <pc:docMk/>
            <pc:sldMk cId="4255446289" sldId="308"/>
            <ac:spMk id="3214" creationId="{9C67F8E8-A49C-1F84-219D-C1C6670F7DC3}"/>
          </ac:spMkLst>
        </pc:spChg>
      </pc:sldChg>
    </pc:docChg>
  </pc:docChgLst>
  <pc:docChgLst>
    <pc:chgData name="Riemer Daniel" userId="S::d.riemer@htblaleonding.onmicrosoft.com::109548a0-3065-4fbb-9757-e99f7bf936d5" providerId="AD" clId="Web-{50895AD7-50E4-2032-E521-BE332577C153}"/>
    <pc:docChg chg="delSld">
      <pc:chgData name="Riemer Daniel" userId="S::d.riemer@htblaleonding.onmicrosoft.com::109548a0-3065-4fbb-9757-e99f7bf936d5" providerId="AD" clId="Web-{50895AD7-50E4-2032-E521-BE332577C153}" dt="2026-03-11T09:39:03.968" v="42"/>
      <pc:docMkLst>
        <pc:docMk/>
      </pc:docMkLst>
      <pc:sldChg chg="del">
        <pc:chgData name="Riemer Daniel" userId="S::d.riemer@htblaleonding.onmicrosoft.com::109548a0-3065-4fbb-9757-e99f7bf936d5" providerId="AD" clId="Web-{50895AD7-50E4-2032-E521-BE332577C153}" dt="2026-03-11T09:39:03.968" v="42"/>
        <pc:sldMkLst>
          <pc:docMk/>
          <pc:sldMk cId="0" sldId="260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9:03.951" v="41"/>
        <pc:sldMkLst>
          <pc:docMk/>
          <pc:sldMk cId="0" sldId="262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9:03.951" v="40"/>
        <pc:sldMkLst>
          <pc:docMk/>
          <pc:sldMk cId="0" sldId="263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9:03.935" v="39"/>
        <pc:sldMkLst>
          <pc:docMk/>
          <pc:sldMk cId="0" sldId="264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9:03.935" v="38"/>
        <pc:sldMkLst>
          <pc:docMk/>
          <pc:sldMk cId="0" sldId="265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9:03.935" v="37"/>
        <pc:sldMkLst>
          <pc:docMk/>
          <pc:sldMk cId="0" sldId="266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9:03.935" v="36"/>
        <pc:sldMkLst>
          <pc:docMk/>
          <pc:sldMk cId="0" sldId="267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9:03.842" v="35"/>
        <pc:sldMkLst>
          <pc:docMk/>
          <pc:sldMk cId="0" sldId="268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9:03.842" v="34"/>
        <pc:sldMkLst>
          <pc:docMk/>
          <pc:sldMk cId="0" sldId="269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9:03.842" v="33"/>
        <pc:sldMkLst>
          <pc:docMk/>
          <pc:sldMk cId="0" sldId="270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9:03.842" v="32"/>
        <pc:sldMkLst>
          <pc:docMk/>
          <pc:sldMk cId="0" sldId="271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9:03.826" v="31"/>
        <pc:sldMkLst>
          <pc:docMk/>
          <pc:sldMk cId="0" sldId="272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9:03.795" v="30"/>
        <pc:sldMkLst>
          <pc:docMk/>
          <pc:sldMk cId="0" sldId="273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9:03.795" v="29"/>
        <pc:sldMkLst>
          <pc:docMk/>
          <pc:sldMk cId="0" sldId="274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9:03.763" v="28"/>
        <pc:sldMkLst>
          <pc:docMk/>
          <pc:sldMk cId="0" sldId="275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9:03.763" v="27"/>
        <pc:sldMkLst>
          <pc:docMk/>
          <pc:sldMk cId="0" sldId="276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9:03.763" v="26"/>
        <pc:sldMkLst>
          <pc:docMk/>
          <pc:sldMk cId="0" sldId="277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9:03.763" v="25"/>
        <pc:sldMkLst>
          <pc:docMk/>
          <pc:sldMk cId="0" sldId="278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9:03.732" v="24"/>
        <pc:sldMkLst>
          <pc:docMk/>
          <pc:sldMk cId="0" sldId="279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9:03.732" v="23"/>
        <pc:sldMkLst>
          <pc:docMk/>
          <pc:sldMk cId="0" sldId="280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9:03.732" v="22"/>
        <pc:sldMkLst>
          <pc:docMk/>
          <pc:sldMk cId="0" sldId="281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9:03.732" v="21"/>
        <pc:sldMkLst>
          <pc:docMk/>
          <pc:sldMk cId="0" sldId="282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9:03.732" v="20"/>
        <pc:sldMkLst>
          <pc:docMk/>
          <pc:sldMk cId="0" sldId="283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9:03.717" v="19"/>
        <pc:sldMkLst>
          <pc:docMk/>
          <pc:sldMk cId="0" sldId="284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9:03.701" v="18"/>
        <pc:sldMkLst>
          <pc:docMk/>
          <pc:sldMk cId="0" sldId="285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9:03.545" v="17"/>
        <pc:sldMkLst>
          <pc:docMk/>
          <pc:sldMk cId="0" sldId="286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9:00.466" v="16"/>
        <pc:sldMkLst>
          <pc:docMk/>
          <pc:sldMk cId="0" sldId="287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9:00.451" v="15"/>
        <pc:sldMkLst>
          <pc:docMk/>
          <pc:sldMk cId="0" sldId="288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9:00.451" v="14"/>
        <pc:sldMkLst>
          <pc:docMk/>
          <pc:sldMk cId="0" sldId="289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9:00.451" v="13"/>
        <pc:sldMkLst>
          <pc:docMk/>
          <pc:sldMk cId="0" sldId="290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9:00.435" v="12"/>
        <pc:sldMkLst>
          <pc:docMk/>
          <pc:sldMk cId="0" sldId="291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8:59.951" v="11"/>
        <pc:sldMkLst>
          <pc:docMk/>
          <pc:sldMk cId="0" sldId="292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8:59.920" v="10"/>
        <pc:sldMkLst>
          <pc:docMk/>
          <pc:sldMk cId="0" sldId="293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8:59.904" v="9"/>
        <pc:sldMkLst>
          <pc:docMk/>
          <pc:sldMk cId="0" sldId="294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8:59.888" v="8"/>
        <pc:sldMkLst>
          <pc:docMk/>
          <pc:sldMk cId="0" sldId="295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8:59.857" v="7"/>
        <pc:sldMkLst>
          <pc:docMk/>
          <pc:sldMk cId="0" sldId="296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8:59.826" v="6"/>
        <pc:sldMkLst>
          <pc:docMk/>
          <pc:sldMk cId="0" sldId="297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8:59.810" v="5"/>
        <pc:sldMkLst>
          <pc:docMk/>
          <pc:sldMk cId="0" sldId="298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8:59.779" v="4"/>
        <pc:sldMkLst>
          <pc:docMk/>
          <pc:sldMk cId="0" sldId="299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8:59.732" v="3"/>
        <pc:sldMkLst>
          <pc:docMk/>
          <pc:sldMk cId="0" sldId="300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8:59.701" v="2"/>
        <pc:sldMkLst>
          <pc:docMk/>
          <pc:sldMk cId="0" sldId="301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8:59.685" v="1"/>
        <pc:sldMkLst>
          <pc:docMk/>
          <pc:sldMk cId="0" sldId="302"/>
        </pc:sldMkLst>
      </pc:sldChg>
      <pc:sldChg chg="del">
        <pc:chgData name="Riemer Daniel" userId="S::d.riemer@htblaleonding.onmicrosoft.com::109548a0-3065-4fbb-9757-e99f7bf936d5" providerId="AD" clId="Web-{50895AD7-50E4-2032-E521-BE332577C153}" dt="2026-03-11T09:38:59.670" v="0"/>
        <pc:sldMkLst>
          <pc:docMk/>
          <pc:sldMk cId="0" sldId="30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g804e9800b4_0_1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1" name="Google Shape;2181;g804e9800b4_0_1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Daten gehen verloren, wenn der Container abstürzt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Mehre Containers in einem Pod können nicht miteinander reden, da sie alle ihr eigenes Dateisystem verwenden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6895A9E0-7C27-FEC7-76CF-C287A7F1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1E447687-D844-06C3-A2CD-06F2119043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CF784142-45A1-9752-D009-41DB66F5DB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74459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3">
          <a:extLst>
            <a:ext uri="{FF2B5EF4-FFF2-40B4-BE49-F238E27FC236}">
              <a16:creationId xmlns:a16="http://schemas.microsoft.com/office/drawing/2014/main" id="{E277CA70-0526-53A2-A9AE-5B3BA4BAF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4" name="Google Shape;3454;g9f7573e938_1_324:notes">
            <a:extLst>
              <a:ext uri="{FF2B5EF4-FFF2-40B4-BE49-F238E27FC236}">
                <a16:creationId xmlns:a16="http://schemas.microsoft.com/office/drawing/2014/main" id="{86887E70-6800-D4F7-2693-0A39B0D9E2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5" name="Google Shape;3455;g9f7573e938_1_324:notes">
            <a:extLst>
              <a:ext uri="{FF2B5EF4-FFF2-40B4-BE49-F238E27FC236}">
                <a16:creationId xmlns:a16="http://schemas.microsoft.com/office/drawing/2014/main" id="{13BE52F2-B5EF-6CD9-D1EE-985AE95BA1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31022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9">
          <a:extLst>
            <a:ext uri="{FF2B5EF4-FFF2-40B4-BE49-F238E27FC236}">
              <a16:creationId xmlns:a16="http://schemas.microsoft.com/office/drawing/2014/main" id="{218A2301-4581-BAEA-E532-30A1B94A9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0" name="Google Shape;3210;g8714a43093_3_971:notes">
            <a:extLst>
              <a:ext uri="{FF2B5EF4-FFF2-40B4-BE49-F238E27FC236}">
                <a16:creationId xmlns:a16="http://schemas.microsoft.com/office/drawing/2014/main" id="{2261C6B6-FDB2-A016-3492-C895B24E0C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1" name="Google Shape;3211;g8714a43093_3_971:notes">
            <a:extLst>
              <a:ext uri="{FF2B5EF4-FFF2-40B4-BE49-F238E27FC236}">
                <a16:creationId xmlns:a16="http://schemas.microsoft.com/office/drawing/2014/main" id="{FD3A1700-A774-FA1F-51BF-6731DE8EC6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Kann nicht mit einem Pod sprechen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735124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9">
          <a:extLst>
            <a:ext uri="{FF2B5EF4-FFF2-40B4-BE49-F238E27FC236}">
              <a16:creationId xmlns:a16="http://schemas.microsoft.com/office/drawing/2014/main" id="{B1160010-5F2D-CD33-53DE-64B98A959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0" name="Google Shape;3210;g8714a43093_3_971:notes">
            <a:extLst>
              <a:ext uri="{FF2B5EF4-FFF2-40B4-BE49-F238E27FC236}">
                <a16:creationId xmlns:a16="http://schemas.microsoft.com/office/drawing/2014/main" id="{4BE60E83-4D5C-82E3-DF27-1D304090B1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1" name="Google Shape;3211;g8714a43093_3_971:notes">
            <a:extLst>
              <a:ext uri="{FF2B5EF4-FFF2-40B4-BE49-F238E27FC236}">
                <a16:creationId xmlns:a16="http://schemas.microsoft.com/office/drawing/2014/main" id="{757609BE-2B81-27B5-8445-EDB90EAC47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Kann nicht mit einem Pod sprechen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60358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stories.freepik.com/" TargetMode="External"/><Relationship Id="rId4" Type="http://schemas.openxmlformats.org/officeDocument/2006/relationships/hyperlink" Target="https://www.freepik.com/" TargetMode="Externa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avLst/>
              <a:gdLst/>
              <a:ahLst/>
              <a:cxnLst/>
              <a:rect l="l" t="t" r="r" b="b"/>
              <a:pathLst>
                <a:path w="272401" h="207444" extrusionOk="0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avLst/>
              <a:gdLst/>
              <a:ahLst/>
              <a:cxnLst/>
              <a:rect l="l" t="t" r="r" b="b"/>
              <a:pathLst>
                <a:path w="263009" h="207480" extrusionOk="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title" idx="2" hasCustomPrompt="1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>
            <a:spLocks noGrp="1"/>
          </p:cNvSpPr>
          <p:nvPr>
            <p:ph type="subTitle" idx="1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subTitle" idx="1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111" name="Google Shape;111;p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16" name="Google Shape;116;p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>
            <a:spLocks noGrp="1"/>
          </p:cNvSpPr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5"/>
          <p:cNvSpPr txBox="1">
            <a:spLocks noGrp="1"/>
          </p:cNvSpPr>
          <p:nvPr>
            <p:ph type="subTitle" idx="1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78" name="Google Shape;178;p5"/>
          <p:cNvSpPr txBox="1">
            <a:spLocks noGrp="1"/>
          </p:cNvSpPr>
          <p:nvPr>
            <p:ph type="subTitle" idx="2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79" name="Google Shape;179;p5"/>
          <p:cNvSpPr txBox="1">
            <a:spLocks noGrp="1"/>
          </p:cNvSpPr>
          <p:nvPr>
            <p:ph type="subTitle" idx="3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0" name="Google Shape;180;p5"/>
          <p:cNvSpPr txBox="1">
            <a:spLocks noGrp="1"/>
          </p:cNvSpPr>
          <p:nvPr>
            <p:ph type="subTitle" idx="4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1" name="Google Shape;181;p5"/>
          <p:cNvSpPr txBox="1">
            <a:spLocks noGrp="1"/>
          </p:cNvSpPr>
          <p:nvPr>
            <p:ph type="title" idx="5" hasCustomPrompt="1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2" name="Google Shape;182;p5"/>
          <p:cNvSpPr txBox="1">
            <a:spLocks noGrp="1"/>
          </p:cNvSpPr>
          <p:nvPr>
            <p:ph type="title" idx="6" hasCustomPrompt="1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183" name="Google Shape;183;p5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84" name="Google Shape;184;p5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85" name="Google Shape;185;p5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86" name="Google Shape;186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2" name="Google Shape;192;p5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93" name="Google Shape;193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7" name="Google Shape;197;p5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98" name="Google Shape;198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02" name="Google Shape;202;p5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03" name="Google Shape;203;p5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04" name="Google Shape;204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0" name="Google Shape;210;p5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11" name="Google Shape;211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5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16" name="Google Shape;216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0" name="Google Shape;220;p5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21" name="Google Shape;221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4" name="Google Shape;224;p5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25" name="Google Shape;225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5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29" name="Google Shape;229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2" name="Google Shape;232;p5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33" name="Google Shape;233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36" name="Google Shape;236;p5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7" name="Google Shape;237;p5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8" name="Google Shape;238;p5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>
            <a:spLocks noGrp="1"/>
          </p:cNvSpPr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44" name="Google Shape;244;p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>
            <a:spLocks noGrp="1"/>
          </p:cNvSpPr>
          <p:nvPr>
            <p:ph type="subTitle" idx="1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305" name="Google Shape;305;p7"/>
          <p:cNvSpPr txBox="1">
            <a:spLocks noGrp="1"/>
          </p:cNvSpPr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306" name="Google Shape;306;p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" name="Google Shape;307;p7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7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7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7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7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7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0" name="Google Shape;340;p7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8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368" name="Google Shape;368;p8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0" name="Google Shape;370;p8"/>
          <p:cNvSpPr txBox="1">
            <a:spLocks noGrp="1"/>
          </p:cNvSpPr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371" name="Google Shape;371;p8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372" name="Google Shape;372;p8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3" name="Google Shape;373;p8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4" name="Google Shape;374;p8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" name="Google Shape;375;p8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76" name="Google Shape;376;p8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377" name="Google Shape;377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3" name="Google Shape;383;p8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384" name="Google Shape;384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8" name="Google Shape;388;p8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389" name="Google Shape;389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3" name="Google Shape;393;p8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394" name="Google Shape;394;p8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0" name="Google Shape;400;p8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01" name="Google Shape;40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04" name="Google Shape;404;p8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5" name="Google Shape;405;p8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6" name="Google Shape;406;p8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07" name="Google Shape;407;p8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4" name="Google Shape;414;p8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24" name="Google Shape;424;p8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0" name="Google Shape;430;p8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31" name="Google Shape;43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4" name="Google Shape;434;p8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435" name="Google Shape;435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>
            <a:spLocks noGrp="1"/>
          </p:cNvSpPr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0" name="Google Shape;440;p9"/>
          <p:cNvSpPr txBox="1">
            <a:spLocks noGrp="1"/>
          </p:cNvSpPr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"/>
          <p:cNvSpPr txBox="1">
            <a:spLocks noGrp="1"/>
          </p:cNvSpPr>
          <p:nvPr>
            <p:ph type="body" idx="1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>
            <a:endParaRPr/>
          </a:p>
        </p:txBody>
      </p:sp>
      <p:sp>
        <p:nvSpPr>
          <p:cNvPr id="503" name="Google Shape;503;p10"/>
          <p:cNvSpPr txBox="1">
            <a:spLocks noGrp="1"/>
          </p:cNvSpPr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504" name="Google Shape;504;p10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5" name="Google Shape;505;p10"/>
          <p:cNvCxnSpPr/>
          <p:nvPr/>
        </p:nvCxnSpPr>
        <p:spPr>
          <a:xfrm rot="10800000" flipH="1">
            <a:off x="7975" y="4332600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06" name="Google Shape;506;p10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507" name="Google Shape;507;p1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512" name="Google Shape;512;p1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18" name="Google Shape;518;p10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9" name="Google Shape;519;p10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20" name="Google Shape;520;p10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521" name="Google Shape;521;p1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7" name="Google Shape;527;p10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528" name="Google Shape;528;p1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2" name="Google Shape;532;p10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533" name="Google Shape;533;p1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7" name="Google Shape;537;p1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538" name="Google Shape;538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1" name="Google Shape;541;p10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542" name="Google Shape;542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11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547" name="Google Shape;547;p11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1119425" y="238125"/>
              <a:ext cx="5331675" cy="5174300"/>
            </a:xfrm>
            <a:custGeom>
              <a:avLst/>
              <a:gdLst/>
              <a:ahLst/>
              <a:cxnLst/>
              <a:rect l="l" t="t" r="r" b="b"/>
              <a:pathLst>
                <a:path w="213267" h="206972" extrusionOk="0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0" name="Google Shape;550;p11"/>
          <p:cNvSpPr txBox="1">
            <a:spLocks noGrp="1"/>
          </p:cNvSpPr>
          <p:nvPr>
            <p:ph type="subTitle" idx="1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551" name="Google Shape;551;p11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2" name="Google Shape;552;p11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3" name="Google Shape;553;p11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4" name="Google Shape;554;p11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55" name="Google Shape;555;p11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556" name="Google Shape;556;p1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" name="Google Shape;562;p11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563" name="Google Shape;563;p1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7" name="Google Shape;567;p11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568" name="Google Shape;568;p11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2" name="Google Shape;572;p11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573" name="Google Shape;573;p1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9" name="Google Shape;579;p11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580" name="Google Shape;58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83" name="Google Shape;583;p11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4" name="Google Shape;584;p11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5" name="Google Shape;585;p11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86" name="Google Shape;586;p11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587" name="Google Shape;587;p1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3" name="Google Shape;593;p11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594" name="Google Shape;594;p1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8" name="Google Shape;598;p11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599" name="Google Shape;599;p11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3" name="Google Shape;603;p11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11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11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11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11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11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9" name="Google Shape;609;p11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610" name="Google Shape;61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3" name="Google Shape;613;p11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614" name="Google Shape;614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7" name="Google Shape;617;p11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618" name="Google Shape;618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1" name="Google Shape;621;p11"/>
          <p:cNvSpPr txBox="1">
            <a:spLocks noGrp="1"/>
          </p:cNvSpPr>
          <p:nvPr>
            <p:ph type="title" hasCustomPrompt="1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">
  <p:cSld name="CUSTOM_1"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4"/>
          <p:cNvSpPr txBox="1">
            <a:spLocks noGrp="1"/>
          </p:cNvSpPr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9" name="Google Shape;639;p14"/>
          <p:cNvSpPr txBox="1">
            <a:spLocks noGrp="1"/>
          </p:cNvSpPr>
          <p:nvPr>
            <p:ph type="subTitle" idx="1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0" name="Google Shape;640;p14"/>
          <p:cNvSpPr txBox="1">
            <a:spLocks noGrp="1"/>
          </p:cNvSpPr>
          <p:nvPr>
            <p:ph type="subTitle" idx="2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1" name="Google Shape;641;p14"/>
          <p:cNvSpPr txBox="1">
            <a:spLocks noGrp="1"/>
          </p:cNvSpPr>
          <p:nvPr>
            <p:ph type="subTitle" idx="3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2" name="Google Shape;642;p14"/>
          <p:cNvSpPr txBox="1">
            <a:spLocks noGrp="1"/>
          </p:cNvSpPr>
          <p:nvPr>
            <p:ph type="subTitle" idx="4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43" name="Google Shape;643;p14"/>
          <p:cNvSpPr txBox="1">
            <a:spLocks noGrp="1"/>
          </p:cNvSpPr>
          <p:nvPr>
            <p:ph type="subTitle" idx="5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44" name="Google Shape;644;p14"/>
          <p:cNvSpPr txBox="1">
            <a:spLocks noGrp="1"/>
          </p:cNvSpPr>
          <p:nvPr>
            <p:ph type="subTitle" idx="6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645" name="Google Shape;645;p14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646" name="Google Shape;646;p14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7" name="Google Shape;647;p14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48" name="Google Shape;648;p14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649" name="Google Shape;649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3" name="Google Shape;653;p14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654" name="Google Shape;654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8" name="Google Shape;658;p14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659" name="Google Shape;659;p1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1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1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1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1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of text">
  <p:cSld name="CUSTOM_2"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>
            <a:spLocks noGrp="1"/>
          </p:cNvSpPr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7" name="Google Shape;667;p15"/>
          <p:cNvSpPr txBox="1">
            <a:spLocks noGrp="1"/>
          </p:cNvSpPr>
          <p:nvPr>
            <p:ph type="subTitle" idx="1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68" name="Google Shape;668;p15"/>
          <p:cNvSpPr txBox="1">
            <a:spLocks noGrp="1"/>
          </p:cNvSpPr>
          <p:nvPr>
            <p:ph type="subTitle" idx="2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69" name="Google Shape;669;p15"/>
          <p:cNvSpPr txBox="1">
            <a:spLocks noGrp="1"/>
          </p:cNvSpPr>
          <p:nvPr>
            <p:ph type="subTitle" idx="3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0" name="Google Shape;670;p15"/>
          <p:cNvSpPr txBox="1">
            <a:spLocks noGrp="1"/>
          </p:cNvSpPr>
          <p:nvPr>
            <p:ph type="subTitle" idx="4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71" name="Google Shape;671;p15"/>
          <p:cNvSpPr txBox="1">
            <a:spLocks noGrp="1"/>
          </p:cNvSpPr>
          <p:nvPr>
            <p:ph type="subTitle" idx="5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2" name="Google Shape;672;p15"/>
          <p:cNvSpPr txBox="1">
            <a:spLocks noGrp="1"/>
          </p:cNvSpPr>
          <p:nvPr>
            <p:ph type="subTitle" idx="6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73" name="Google Shape;673;p15"/>
          <p:cNvSpPr txBox="1">
            <a:spLocks noGrp="1"/>
          </p:cNvSpPr>
          <p:nvPr>
            <p:ph type="subTitle" idx="7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4" name="Google Shape;674;p15"/>
          <p:cNvSpPr txBox="1">
            <a:spLocks noGrp="1"/>
          </p:cNvSpPr>
          <p:nvPr>
            <p:ph type="subTitle" idx="8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675" name="Google Shape;675;p15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7" name="Google Shape;677;p15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691" name="Google Shape;691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08" name="Google Shape;708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2">
  <p:cSld name="CUSTOM_7"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2" name="Google Shape;712;p16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3" name="Google Shape;713;p16"/>
          <p:cNvSpPr txBox="1">
            <a:spLocks noGrp="1"/>
          </p:cNvSpPr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714" name="Google Shape;714;p16"/>
          <p:cNvCxnSpPr/>
          <p:nvPr/>
        </p:nvCxnSpPr>
        <p:spPr>
          <a:xfrm rot="10800000" flipH="1">
            <a:off x="0" y="4332550"/>
            <a:ext cx="590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15" name="Google Shape;715;p16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716" name="Google Shape;716;p1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0" name="Google Shape;720;p16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721" name="Google Shape;721;p1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727" name="Google Shape;727;p16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8" name="Google Shape;728;p16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29" name="Google Shape;729;p16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730" name="Google Shape;730;p16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6" name="Google Shape;736;p16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737" name="Google Shape;737;p1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1" name="Google Shape;741;p16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742" name="Google Shape;742;p16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6" name="Google Shape;746;p16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747" name="Google Shape;747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0" name="Google Shape;750;p16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751" name="Google Shape;751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4" name="Google Shape;754;p16"/>
          <p:cNvSpPr txBox="1">
            <a:spLocks noGrp="1"/>
          </p:cNvSpPr>
          <p:nvPr>
            <p:ph type="subTitle" idx="1"/>
          </p:nvPr>
        </p:nvSpPr>
        <p:spPr>
          <a:xfrm>
            <a:off x="6217920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55" name="Google Shape;755;p16"/>
          <p:cNvSpPr txBox="1">
            <a:spLocks noGrp="1"/>
          </p:cNvSpPr>
          <p:nvPr>
            <p:ph type="subTitle" idx="2"/>
          </p:nvPr>
        </p:nvSpPr>
        <p:spPr>
          <a:xfrm>
            <a:off x="3749040" y="1252728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56" name="Google Shape;756;p16"/>
          <p:cNvSpPr txBox="1">
            <a:spLocks noGrp="1"/>
          </p:cNvSpPr>
          <p:nvPr>
            <p:ph type="subTitle" idx="3"/>
          </p:nvPr>
        </p:nvSpPr>
        <p:spPr>
          <a:xfrm>
            <a:off x="1289304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57" name="Google Shape;757;p16"/>
          <p:cNvSpPr txBox="1">
            <a:spLocks noGrp="1"/>
          </p:cNvSpPr>
          <p:nvPr>
            <p:ph type="subTitle" idx="4"/>
          </p:nvPr>
        </p:nvSpPr>
        <p:spPr>
          <a:xfrm>
            <a:off x="6217920" y="2139696"/>
            <a:ext cx="1636800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58" name="Google Shape;758;p16"/>
          <p:cNvSpPr txBox="1">
            <a:spLocks noGrp="1"/>
          </p:cNvSpPr>
          <p:nvPr>
            <p:ph type="subTitle" idx="5"/>
          </p:nvPr>
        </p:nvSpPr>
        <p:spPr>
          <a:xfrm>
            <a:off x="3749040" y="1581912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59" name="Google Shape;759;p16"/>
          <p:cNvSpPr txBox="1">
            <a:spLocks noGrp="1"/>
          </p:cNvSpPr>
          <p:nvPr>
            <p:ph type="subTitle" idx="6"/>
          </p:nvPr>
        </p:nvSpPr>
        <p:spPr>
          <a:xfrm>
            <a:off x="1289304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 of text">
  <p:cSld name="CUSTOM_8"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7"/>
          <p:cNvSpPr txBox="1">
            <a:spLocks noGrp="1"/>
          </p:cNvSpPr>
          <p:nvPr>
            <p:ph type="title"/>
          </p:nvPr>
        </p:nvSpPr>
        <p:spPr>
          <a:xfrm>
            <a:off x="3090672" y="338328"/>
            <a:ext cx="2962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62" name="Google Shape;762;p17"/>
          <p:cNvSpPr txBox="1">
            <a:spLocks noGrp="1"/>
          </p:cNvSpPr>
          <p:nvPr>
            <p:ph type="subTitle" idx="1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63" name="Google Shape;763;p17"/>
          <p:cNvSpPr txBox="1">
            <a:spLocks noGrp="1"/>
          </p:cNvSpPr>
          <p:nvPr>
            <p:ph type="subTitle" idx="2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64" name="Google Shape;764;p17"/>
          <p:cNvSpPr txBox="1">
            <a:spLocks noGrp="1"/>
          </p:cNvSpPr>
          <p:nvPr>
            <p:ph type="subTitle" idx="3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65" name="Google Shape;765;p17"/>
          <p:cNvSpPr txBox="1">
            <a:spLocks noGrp="1"/>
          </p:cNvSpPr>
          <p:nvPr>
            <p:ph type="subTitle" idx="4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66" name="Google Shape;766;p17"/>
          <p:cNvSpPr txBox="1">
            <a:spLocks noGrp="1"/>
          </p:cNvSpPr>
          <p:nvPr>
            <p:ph type="subTitle" idx="5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67" name="Google Shape;767;p17"/>
          <p:cNvSpPr txBox="1">
            <a:spLocks noGrp="1"/>
          </p:cNvSpPr>
          <p:nvPr>
            <p:ph type="subTitle" idx="6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68" name="Google Shape;768;p17"/>
          <p:cNvSpPr txBox="1">
            <a:spLocks noGrp="1"/>
          </p:cNvSpPr>
          <p:nvPr>
            <p:ph type="subTitle" idx="7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69" name="Google Shape;769;p17"/>
          <p:cNvSpPr txBox="1">
            <a:spLocks noGrp="1"/>
          </p:cNvSpPr>
          <p:nvPr>
            <p:ph type="subTitle" idx="8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70" name="Google Shape;770;p17"/>
          <p:cNvSpPr txBox="1">
            <a:spLocks noGrp="1"/>
          </p:cNvSpPr>
          <p:nvPr>
            <p:ph type="subTitle" idx="9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71" name="Google Shape;771;p17"/>
          <p:cNvSpPr txBox="1">
            <a:spLocks noGrp="1"/>
          </p:cNvSpPr>
          <p:nvPr>
            <p:ph type="subTitle" idx="13"/>
          </p:nvPr>
        </p:nvSpPr>
        <p:spPr>
          <a:xfrm>
            <a:off x="3597500" y="3556017"/>
            <a:ext cx="19491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72" name="Google Shape;772;p17"/>
          <p:cNvSpPr txBox="1">
            <a:spLocks noGrp="1"/>
          </p:cNvSpPr>
          <p:nvPr>
            <p:ph type="subTitle" idx="14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73" name="Google Shape;773;p17"/>
          <p:cNvSpPr txBox="1">
            <a:spLocks noGrp="1"/>
          </p:cNvSpPr>
          <p:nvPr>
            <p:ph type="subTitle" idx="15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774" name="Google Shape;774;p17"/>
          <p:cNvCxnSpPr/>
          <p:nvPr/>
        </p:nvCxnSpPr>
        <p:spPr>
          <a:xfrm>
            <a:off x="2904283" y="4513075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5" name="Google Shape;775;p17"/>
          <p:cNvCxnSpPr/>
          <p:nvPr/>
        </p:nvCxnSpPr>
        <p:spPr>
          <a:xfrm rot="10800000" flipH="1">
            <a:off x="1562083" y="4492325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6" name="Google Shape;776;p17"/>
          <p:cNvCxnSpPr/>
          <p:nvPr/>
        </p:nvCxnSpPr>
        <p:spPr>
          <a:xfrm>
            <a:off x="259558" y="4408000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7" name="Google Shape;777;p17"/>
          <p:cNvCxnSpPr/>
          <p:nvPr/>
        </p:nvCxnSpPr>
        <p:spPr>
          <a:xfrm>
            <a:off x="-6867" y="399355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78" name="Google Shape;778;p17"/>
          <p:cNvGrpSpPr/>
          <p:nvPr/>
        </p:nvGrpSpPr>
        <p:grpSpPr>
          <a:xfrm flipH="1">
            <a:off x="1278333" y="4513075"/>
            <a:ext cx="581800" cy="582350"/>
            <a:chOff x="8064275" y="887850"/>
            <a:chExt cx="581800" cy="582350"/>
          </a:xfrm>
        </p:grpSpPr>
        <p:sp>
          <p:nvSpPr>
            <p:cNvPr id="779" name="Google Shape;779;p1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5" name="Google Shape;785;p17"/>
          <p:cNvGrpSpPr/>
          <p:nvPr/>
        </p:nvGrpSpPr>
        <p:grpSpPr>
          <a:xfrm flipH="1">
            <a:off x="2747608" y="4340463"/>
            <a:ext cx="292025" cy="292575"/>
            <a:chOff x="7353050" y="316275"/>
            <a:chExt cx="292025" cy="292575"/>
          </a:xfrm>
        </p:grpSpPr>
        <p:sp>
          <p:nvSpPr>
            <p:cNvPr id="786" name="Google Shape;786;p1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0" name="Google Shape;790;p17"/>
          <p:cNvGrpSpPr/>
          <p:nvPr/>
        </p:nvGrpSpPr>
        <p:grpSpPr>
          <a:xfrm flipH="1">
            <a:off x="171308" y="4315025"/>
            <a:ext cx="175000" cy="175000"/>
            <a:chOff x="8792300" y="321275"/>
            <a:chExt cx="175000" cy="175000"/>
          </a:xfrm>
        </p:grpSpPr>
        <p:sp>
          <p:nvSpPr>
            <p:cNvPr id="791" name="Google Shape;791;p1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5" name="Google Shape;795;p17"/>
          <p:cNvGrpSpPr/>
          <p:nvPr/>
        </p:nvGrpSpPr>
        <p:grpSpPr>
          <a:xfrm>
            <a:off x="3873197" y="4657550"/>
            <a:ext cx="293111" cy="293388"/>
            <a:chOff x="3164039" y="430875"/>
            <a:chExt cx="293111" cy="293388"/>
          </a:xfrm>
        </p:grpSpPr>
        <p:sp>
          <p:nvSpPr>
            <p:cNvPr id="796" name="Google Shape;796;p1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2" name="Google Shape;802;p17"/>
          <p:cNvGrpSpPr/>
          <p:nvPr/>
        </p:nvGrpSpPr>
        <p:grpSpPr>
          <a:xfrm flipH="1">
            <a:off x="242270" y="4142425"/>
            <a:ext cx="175013" cy="27000"/>
            <a:chOff x="5662375" y="212375"/>
            <a:chExt cx="175013" cy="27000"/>
          </a:xfrm>
        </p:grpSpPr>
        <p:sp>
          <p:nvSpPr>
            <p:cNvPr id="803" name="Google Shape;80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06" name="Google Shape;806;p17"/>
          <p:cNvCxnSpPr/>
          <p:nvPr/>
        </p:nvCxnSpPr>
        <p:spPr>
          <a:xfrm rot="10800000">
            <a:off x="5995050" y="226600"/>
            <a:ext cx="1504500" cy="224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7" name="Google Shape;807;p17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8" name="Google Shape;808;p17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09" name="Google Shape;809;p17"/>
          <p:cNvGrpSpPr/>
          <p:nvPr/>
        </p:nvGrpSpPr>
        <p:grpSpPr>
          <a:xfrm>
            <a:off x="8064275" y="1040250"/>
            <a:ext cx="581800" cy="582350"/>
            <a:chOff x="8064275" y="887850"/>
            <a:chExt cx="581800" cy="582350"/>
          </a:xfrm>
        </p:grpSpPr>
        <p:sp>
          <p:nvSpPr>
            <p:cNvPr id="810" name="Google Shape;810;p1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6" name="Google Shape;816;p17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817" name="Google Shape;817;p1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1" name="Google Shape;821;p17"/>
          <p:cNvGrpSpPr/>
          <p:nvPr/>
        </p:nvGrpSpPr>
        <p:grpSpPr>
          <a:xfrm>
            <a:off x="8792300" y="321275"/>
            <a:ext cx="175000" cy="175000"/>
            <a:chOff x="8792300" y="321275"/>
            <a:chExt cx="175000" cy="175000"/>
          </a:xfrm>
        </p:grpSpPr>
        <p:sp>
          <p:nvSpPr>
            <p:cNvPr id="822" name="Google Shape;822;p1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6" name="Google Shape;826;p17"/>
          <p:cNvSpPr/>
          <p:nvPr/>
        </p:nvSpPr>
        <p:spPr>
          <a:xfrm>
            <a:off x="5829305" y="687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17"/>
          <p:cNvSpPr/>
          <p:nvPr/>
        </p:nvSpPr>
        <p:spPr>
          <a:xfrm>
            <a:off x="5827050" y="661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17"/>
          <p:cNvSpPr/>
          <p:nvPr/>
        </p:nvSpPr>
        <p:spPr>
          <a:xfrm>
            <a:off x="5865794" y="1052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17"/>
          <p:cNvSpPr/>
          <p:nvPr/>
        </p:nvSpPr>
        <p:spPr>
          <a:xfrm>
            <a:off x="5863552" y="1026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17"/>
          <p:cNvSpPr/>
          <p:nvPr/>
        </p:nvSpPr>
        <p:spPr>
          <a:xfrm>
            <a:off x="5905382" y="1447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17"/>
          <p:cNvSpPr/>
          <p:nvPr/>
        </p:nvSpPr>
        <p:spPr>
          <a:xfrm>
            <a:off x="5903140" y="1425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2" name="Google Shape;832;p17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833" name="Google Shape;83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6" name="Google Shape;836;p17"/>
          <p:cNvGrpSpPr/>
          <p:nvPr/>
        </p:nvGrpSpPr>
        <p:grpSpPr>
          <a:xfrm>
            <a:off x="8678350" y="1658000"/>
            <a:ext cx="175013" cy="27000"/>
            <a:chOff x="5662375" y="212375"/>
            <a:chExt cx="175013" cy="27000"/>
          </a:xfrm>
        </p:grpSpPr>
        <p:sp>
          <p:nvSpPr>
            <p:cNvPr id="837" name="Google Shape;837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CUSTOM_10"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8"/>
          <p:cNvSpPr txBox="1">
            <a:spLocks noGrp="1"/>
          </p:cNvSpPr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42" name="Google Shape;842;p18"/>
          <p:cNvSpPr txBox="1">
            <a:spLocks noGrp="1"/>
          </p:cNvSpPr>
          <p:nvPr>
            <p:ph type="subTitle" idx="1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843" name="Google Shape;843;p18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4" name="Google Shape;844;p18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5" name="Google Shape;845;p18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46" name="Google Shape;846;p18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847" name="Google Shape;847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1" name="Google Shape;851;p18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852" name="Google Shape;852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8" name="Google Shape;858;p18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859" name="Google Shape;859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62" name="Google Shape;862;p18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63" name="Google Shape;863;p18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864" name="Google Shape;864;p18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8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8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0" name="Google Shape;870;p18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871" name="Google Shape;871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5" name="Google Shape;875;p18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876" name="Google Shape;876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79" name="Google Shape;879;p18"/>
          <p:cNvCxnSpPr/>
          <p:nvPr/>
        </p:nvCxnSpPr>
        <p:spPr>
          <a:xfrm flipH="1">
            <a:off x="5101704" y="4513075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0" name="Google Shape;880;p18"/>
          <p:cNvCxnSpPr/>
          <p:nvPr/>
        </p:nvCxnSpPr>
        <p:spPr>
          <a:xfrm rot="10800000">
            <a:off x="6234804" y="4492325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1" name="Google Shape;881;p18"/>
          <p:cNvCxnSpPr/>
          <p:nvPr/>
        </p:nvCxnSpPr>
        <p:spPr>
          <a:xfrm flipH="1">
            <a:off x="7547529" y="4408000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2" name="Google Shape;882;p18"/>
          <p:cNvCxnSpPr/>
          <p:nvPr/>
        </p:nvCxnSpPr>
        <p:spPr>
          <a:xfrm flipH="1">
            <a:off x="8872054" y="399355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83" name="Google Shape;883;p18"/>
          <p:cNvGrpSpPr/>
          <p:nvPr/>
        </p:nvGrpSpPr>
        <p:grpSpPr>
          <a:xfrm>
            <a:off x="7278954" y="4513075"/>
            <a:ext cx="581800" cy="582350"/>
            <a:chOff x="8064275" y="887850"/>
            <a:chExt cx="581800" cy="582350"/>
          </a:xfrm>
        </p:grpSpPr>
        <p:sp>
          <p:nvSpPr>
            <p:cNvPr id="884" name="Google Shape;884;p18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8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18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0" name="Google Shape;890;p18"/>
          <p:cNvGrpSpPr/>
          <p:nvPr/>
        </p:nvGrpSpPr>
        <p:grpSpPr>
          <a:xfrm>
            <a:off x="6099454" y="4340463"/>
            <a:ext cx="292025" cy="292575"/>
            <a:chOff x="7353050" y="316275"/>
            <a:chExt cx="292025" cy="292575"/>
          </a:xfrm>
        </p:grpSpPr>
        <p:sp>
          <p:nvSpPr>
            <p:cNvPr id="891" name="Google Shape;891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5" name="Google Shape;895;p18"/>
          <p:cNvGrpSpPr/>
          <p:nvPr/>
        </p:nvGrpSpPr>
        <p:grpSpPr>
          <a:xfrm>
            <a:off x="8792779" y="4315025"/>
            <a:ext cx="175000" cy="175000"/>
            <a:chOff x="8792300" y="321275"/>
            <a:chExt cx="175000" cy="175000"/>
          </a:xfrm>
        </p:grpSpPr>
        <p:sp>
          <p:nvSpPr>
            <p:cNvPr id="896" name="Google Shape;896;p18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8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0" name="Google Shape;900;p18"/>
          <p:cNvGrpSpPr/>
          <p:nvPr/>
        </p:nvGrpSpPr>
        <p:grpSpPr>
          <a:xfrm flipH="1">
            <a:off x="4972779" y="4657550"/>
            <a:ext cx="293111" cy="293388"/>
            <a:chOff x="3164039" y="430875"/>
            <a:chExt cx="293111" cy="293388"/>
          </a:xfrm>
        </p:grpSpPr>
        <p:sp>
          <p:nvSpPr>
            <p:cNvPr id="901" name="Google Shape;901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7" name="Google Shape;907;p18"/>
          <p:cNvGrpSpPr/>
          <p:nvPr/>
        </p:nvGrpSpPr>
        <p:grpSpPr>
          <a:xfrm>
            <a:off x="8721804" y="4142425"/>
            <a:ext cx="175013" cy="27000"/>
            <a:chOff x="5662375" y="212375"/>
            <a:chExt cx="175013" cy="27000"/>
          </a:xfrm>
        </p:grpSpPr>
        <p:sp>
          <p:nvSpPr>
            <p:cNvPr id="908" name="Google Shape;908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9"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9"/>
          <p:cNvSpPr txBox="1">
            <a:spLocks noGrp="1"/>
          </p:cNvSpPr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>
            <a:endParaRPr/>
          </a:p>
        </p:txBody>
      </p:sp>
      <p:sp>
        <p:nvSpPr>
          <p:cNvPr id="913" name="Google Shape;913;p19"/>
          <p:cNvSpPr txBox="1">
            <a:spLocks noGrp="1"/>
          </p:cNvSpPr>
          <p:nvPr>
            <p:ph type="subTitle" idx="1"/>
          </p:nvPr>
        </p:nvSpPr>
        <p:spPr>
          <a:xfrm>
            <a:off x="3017520" y="1709928"/>
            <a:ext cx="3099900" cy="14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14" name="Google Shape;914;p19"/>
          <p:cNvSpPr txBox="1"/>
          <p:nvPr/>
        </p:nvSpPr>
        <p:spPr>
          <a:xfrm>
            <a:off x="2489375" y="3664200"/>
            <a:ext cx="4161600" cy="7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infographics &amp; images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Stories</a:t>
            </a:r>
            <a:endParaRPr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915" name="Google Shape;915;p19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6" name="Google Shape;916;p19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7" name="Google Shape;917;p19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8" name="Google Shape;918;p19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19" name="Google Shape;919;p19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20" name="Google Shape;920;p1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6" name="Google Shape;926;p19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927" name="Google Shape;927;p1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1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1" name="Google Shape;931;p19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932" name="Google Shape;932;p1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6" name="Google Shape;936;p19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937" name="Google Shape;937;p1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3" name="Google Shape;943;p19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944" name="Google Shape;94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947" name="Google Shape;947;p19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8" name="Google Shape;948;p19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9" name="Google Shape;949;p19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50" name="Google Shape;950;p19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951" name="Google Shape;951;p1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7" name="Google Shape;957;p19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958" name="Google Shape;958;p1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2" name="Google Shape;962;p19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963" name="Google Shape;963;p1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7" name="Google Shape;967;p19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19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9" name="Google Shape;969;p19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" name="Google Shape;970;p19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1" name="Google Shape;971;p19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2" name="Google Shape;972;p19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3" name="Google Shape;973;p19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974" name="Google Shape;97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7" name="Google Shape;977;p19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978" name="Google Shape;978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1" name="Google Shape;981;p19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982" name="Google Shape;982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ighlighted numbers">
  <p:cSld name="CUSTOM_11"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0"/>
          <p:cNvSpPr txBox="1">
            <a:spLocks noGrp="1"/>
          </p:cNvSpPr>
          <p:nvPr>
            <p:ph type="title" hasCustomPrompt="1"/>
          </p:nvPr>
        </p:nvSpPr>
        <p:spPr>
          <a:xfrm>
            <a:off x="2825496" y="704088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7" name="Google Shape;987;p20"/>
          <p:cNvSpPr txBox="1">
            <a:spLocks noGrp="1"/>
          </p:cNvSpPr>
          <p:nvPr>
            <p:ph type="subTitle" idx="1"/>
          </p:nvPr>
        </p:nvSpPr>
        <p:spPr>
          <a:xfrm>
            <a:off x="2825496" y="1225296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88" name="Google Shape;988;p20"/>
          <p:cNvSpPr txBox="1">
            <a:spLocks noGrp="1"/>
          </p:cNvSpPr>
          <p:nvPr>
            <p:ph type="title" idx="2" hasCustomPrompt="1"/>
          </p:nvPr>
        </p:nvSpPr>
        <p:spPr>
          <a:xfrm>
            <a:off x="2825496" y="2185416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9" name="Google Shape;989;p20"/>
          <p:cNvSpPr txBox="1">
            <a:spLocks noGrp="1"/>
          </p:cNvSpPr>
          <p:nvPr>
            <p:ph type="subTitle" idx="3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90" name="Google Shape;990;p20"/>
          <p:cNvSpPr txBox="1">
            <a:spLocks noGrp="1"/>
          </p:cNvSpPr>
          <p:nvPr>
            <p:ph type="title" idx="4" hasCustomPrompt="1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1" name="Google Shape;991;p20"/>
          <p:cNvSpPr txBox="1">
            <a:spLocks noGrp="1"/>
          </p:cNvSpPr>
          <p:nvPr>
            <p:ph type="subTitle" idx="5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992" name="Google Shape;992;p20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3" name="Google Shape;993;p20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4" name="Google Shape;994;p20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5" name="Google Shape;995;p20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96" name="Google Shape;996;p20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97" name="Google Shape;997;p2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2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2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2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2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2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3" name="Google Shape;1003;p20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004" name="Google Shape;1004;p2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2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2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2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8" name="Google Shape;1008;p20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009" name="Google Shape;1009;p2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2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2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2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3" name="Google Shape;1013;p20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014" name="Google Shape;1014;p2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2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2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2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2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2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0" name="Google Shape;1020;p20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021" name="Google Shape;102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024" name="Google Shape;1024;p20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5" name="Google Shape;1025;p20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6" name="Google Shape;1026;p20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27" name="Google Shape;1027;p20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028" name="Google Shape;1028;p2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4" name="Google Shape;1034;p20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035" name="Google Shape;1035;p2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9" name="Google Shape;1039;p20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040" name="Google Shape;1040;p2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4" name="Google Shape;1044;p20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20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6" name="Google Shape;1046;p20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p20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" name="Google Shape;1048;p20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9" name="Google Shape;1049;p20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50" name="Google Shape;1050;p20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051" name="Google Shape;105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4" name="Google Shape;1054;p20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055" name="Google Shape;1055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8" name="Google Shape;1058;p20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059" name="Google Shape;1059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3">
  <p:cSld name="CUSTOM_13"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1"/>
          <p:cNvSpPr txBox="1">
            <a:spLocks noGrp="1"/>
          </p:cNvSpPr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grpSp>
        <p:nvGrpSpPr>
          <p:cNvPr id="1064" name="Google Shape;1064;p21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065" name="Google Shape;1065;p21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6" name="Google Shape;1066;p21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67" name="Google Shape;1067;p21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068" name="Google Shape;1068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2" name="Google Shape;1072;p21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073" name="Google Shape;1073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7" name="Google Shape;1077;p21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078" name="Google Shape;1078;p2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84" name="Google Shape;1084;p21"/>
          <p:cNvSpPr txBox="1">
            <a:spLocks noGrp="1"/>
          </p:cNvSpPr>
          <p:nvPr>
            <p:ph type="subTitle" idx="1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85" name="Google Shape;1085;p21"/>
          <p:cNvSpPr txBox="1">
            <a:spLocks noGrp="1"/>
          </p:cNvSpPr>
          <p:nvPr>
            <p:ph type="subTitle" idx="2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86" name="Google Shape;1086;p21"/>
          <p:cNvSpPr txBox="1">
            <a:spLocks noGrp="1"/>
          </p:cNvSpPr>
          <p:nvPr>
            <p:ph type="subTitle" idx="3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87" name="Google Shape;1087;p21"/>
          <p:cNvSpPr txBox="1">
            <a:spLocks noGrp="1"/>
          </p:cNvSpPr>
          <p:nvPr>
            <p:ph type="subTitle" idx="4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88" name="Google Shape;1088;p21"/>
          <p:cNvSpPr txBox="1">
            <a:spLocks noGrp="1"/>
          </p:cNvSpPr>
          <p:nvPr>
            <p:ph type="subTitle" idx="5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89" name="Google Shape;1089;p21"/>
          <p:cNvSpPr txBox="1">
            <a:spLocks noGrp="1"/>
          </p:cNvSpPr>
          <p:nvPr>
            <p:ph type="subTitle" idx="6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4">
  <p:cSld name="CUSTOM_14"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1" name="Google Shape;1091;p22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92" name="Google Shape;1092;p22"/>
          <p:cNvSpPr txBox="1">
            <a:spLocks noGrp="1"/>
          </p:cNvSpPr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093" name="Google Shape;1093;p22"/>
          <p:cNvCxnSpPr/>
          <p:nvPr/>
        </p:nvCxnSpPr>
        <p:spPr>
          <a:xfrm rot="10800000" flipH="1">
            <a:off x="0" y="4332550"/>
            <a:ext cx="590700" cy="66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94" name="Google Shape;1094;p22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095" name="Google Shape;1095;p2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2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2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2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9" name="Google Shape;1099;p22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00" name="Google Shape;1100;p2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2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2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2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2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06" name="Google Shape;1106;p22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7" name="Google Shape;1107;p22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08" name="Google Shape;1108;p22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09" name="Google Shape;1109;p2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2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2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2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2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2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5" name="Google Shape;1115;p22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16" name="Google Shape;1116;p2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2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2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2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0" name="Google Shape;1120;p22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21" name="Google Shape;1121;p22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22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22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22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5" name="Google Shape;1125;p2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26" name="Google Shape;1126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9" name="Google Shape;1129;p22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30" name="Google Shape;1130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3" name="Google Shape;1133;p22"/>
          <p:cNvSpPr txBox="1">
            <a:spLocks noGrp="1"/>
          </p:cNvSpPr>
          <p:nvPr>
            <p:ph type="subTitle" idx="1"/>
          </p:nvPr>
        </p:nvSpPr>
        <p:spPr>
          <a:xfrm>
            <a:off x="5641848" y="2743200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134" name="Google Shape;1134;p22"/>
          <p:cNvSpPr txBox="1">
            <a:spLocks noGrp="1"/>
          </p:cNvSpPr>
          <p:nvPr>
            <p:ph type="subTitle" idx="2"/>
          </p:nvPr>
        </p:nvSpPr>
        <p:spPr>
          <a:xfrm>
            <a:off x="3639312" y="1636776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135" name="Google Shape;1135;p22"/>
          <p:cNvSpPr txBox="1">
            <a:spLocks noGrp="1"/>
          </p:cNvSpPr>
          <p:nvPr>
            <p:ph type="subTitle" idx="3"/>
          </p:nvPr>
        </p:nvSpPr>
        <p:spPr>
          <a:xfrm>
            <a:off x="1636776" y="2249424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136" name="Google Shape;1136;p22"/>
          <p:cNvSpPr txBox="1">
            <a:spLocks noGrp="1"/>
          </p:cNvSpPr>
          <p:nvPr>
            <p:ph type="subTitle" idx="4"/>
          </p:nvPr>
        </p:nvSpPr>
        <p:spPr>
          <a:xfrm>
            <a:off x="5641848" y="3081528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137" name="Google Shape;1137;p22"/>
          <p:cNvSpPr txBox="1">
            <a:spLocks noGrp="1"/>
          </p:cNvSpPr>
          <p:nvPr>
            <p:ph type="subTitle" idx="5"/>
          </p:nvPr>
        </p:nvSpPr>
        <p:spPr>
          <a:xfrm>
            <a:off x="3639312" y="1975104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138" name="Google Shape;1138;p22"/>
          <p:cNvSpPr txBox="1">
            <a:spLocks noGrp="1"/>
          </p:cNvSpPr>
          <p:nvPr>
            <p:ph type="subTitle" idx="6"/>
          </p:nvPr>
        </p:nvSpPr>
        <p:spPr>
          <a:xfrm>
            <a:off x="1636776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5"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4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185" name="Google Shape;1185;p24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6" name="Google Shape;1186;p24"/>
          <p:cNvCxnSpPr/>
          <p:nvPr/>
        </p:nvCxnSpPr>
        <p:spPr>
          <a:xfrm rot="10800000" flipH="1">
            <a:off x="0" y="4332550"/>
            <a:ext cx="590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87" name="Google Shape;1187;p24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188" name="Google Shape;1188;p2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2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2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2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2" name="Google Shape;1192;p24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93" name="Google Shape;1193;p2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2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2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2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2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2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99" name="Google Shape;1199;p24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0" name="Google Shape;1200;p24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01" name="Google Shape;1201;p24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202" name="Google Shape;1202;p24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24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4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24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24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24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8" name="Google Shape;1208;p24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209" name="Google Shape;1209;p2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2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2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2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3" name="Google Shape;1213;p24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214" name="Google Shape;1214;p24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24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24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24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8" name="Google Shape;1218;p2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219" name="Google Shape;1219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2" name="Google Shape;1222;p24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223" name="Google Shape;1223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6"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25"/>
          <p:cNvSpPr txBox="1">
            <a:spLocks noGrp="1"/>
          </p:cNvSpPr>
          <p:nvPr>
            <p:ph type="title"/>
          </p:nvPr>
        </p:nvSpPr>
        <p:spPr>
          <a:xfrm>
            <a:off x="896100" y="1984450"/>
            <a:ext cx="3457200" cy="129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cxnSp>
        <p:nvCxnSpPr>
          <p:cNvPr id="1228" name="Google Shape;1228;p25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9" name="Google Shape;1229;p25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0" name="Google Shape;1230;p25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31" name="Google Shape;1231;p25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232" name="Google Shape;1232;p2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2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2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2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8" name="Google Shape;1238;p25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239" name="Google Shape;1239;p2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2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2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2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43" name="Google Shape;1243;p25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4" name="Google Shape;1244;p25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5" name="Google Shape;1245;p25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6" name="Google Shape;1246;p25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7" name="Google Shape;1247;p25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8" name="Google Shape;1248;p25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49" name="Google Shape;1249;p25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250" name="Google Shape;1250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3" name="Google Shape;1253;p25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254" name="Google Shape;1254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7" name="Google Shape;1257;p25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258" name="Google Shape;1258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261" name="Google Shape;1261;p25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2" name="Google Shape;1262;p25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63" name="Google Shape;1263;p25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264" name="Google Shape;1264;p2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2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2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2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2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2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0" name="Google Shape;1270;p25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271" name="Google Shape;1271;p2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2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2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2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5" name="Google Shape;1275;p25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276" name="Google Shape;1276;p25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25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25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25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0" name="Google Shape;1280;p25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281" name="Google Shape;1281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4" name="Google Shape;1284;p25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285" name="Google Shape;1285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7"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6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290" name="Google Shape;1290;p26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1" name="Google Shape;1291;p26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2" name="Google Shape;1292;p26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93" name="Google Shape;1293;p26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294" name="Google Shape;1294;p2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8" name="Google Shape;1298;p26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299" name="Google Shape;1299;p2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5" name="Google Shape;1305;p26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306" name="Google Shape;1306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09" name="Google Shape;1309;p26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10" name="Google Shape;1310;p26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311" name="Google Shape;1311;p26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6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6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6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6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6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7" name="Google Shape;1317;p26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318" name="Google Shape;1318;p2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2" name="Google Shape;1322;p26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323" name="Google Shape;1323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"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0"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2">
  <p:cSld name="CUSTOM_22"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7" name="Google Shape;1547;p31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1548" name="Google Shape;1548;p31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31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0" name="Google Shape;1550;p31"/>
          <p:cNvSpPr txBox="1">
            <a:spLocks noGrp="1"/>
          </p:cNvSpPr>
          <p:nvPr>
            <p:ph type="title"/>
          </p:nvPr>
        </p:nvSpPr>
        <p:spPr>
          <a:xfrm>
            <a:off x="2624328" y="1018528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551" name="Google Shape;1551;p31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552" name="Google Shape;1552;p31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3" name="Google Shape;1553;p31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4" name="Google Shape;1554;p31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5" name="Google Shape;1555;p31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56" name="Google Shape;1556;p31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557" name="Google Shape;1557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3" name="Google Shape;1563;p31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564" name="Google Shape;1564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8" name="Google Shape;1568;p31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569" name="Google Shape;1569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3" name="Google Shape;1573;p31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74" name="Google Shape;1574;p31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31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31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31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31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31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80" name="Google Shape;1580;p31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81" name="Google Shape;158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4" name="Google Shape;1584;p31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5" name="Google Shape;1585;p31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6" name="Google Shape;1586;p31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87" name="Google Shape;1587;p31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88" name="Google Shape;1588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4" name="Google Shape;1594;p31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95" name="Google Shape;1595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7" name="Google Shape;1597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9" name="Google Shape;1599;p31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600" name="Google Shape;1600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04" name="Google Shape;1604;p31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1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1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1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1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31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0" name="Google Shape;1610;p31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611" name="Google Shape;161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4" name="Google Shape;1614;p31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615" name="Google Shape;1615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18" name="Google Shape;1618;p31"/>
          <p:cNvSpPr txBox="1">
            <a:spLocks noGrp="1"/>
          </p:cNvSpPr>
          <p:nvPr>
            <p:ph type="subTitle" idx="1"/>
          </p:nvPr>
        </p:nvSpPr>
        <p:spPr>
          <a:xfrm>
            <a:off x="3639300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23">
    <p:spTree>
      <p:nvGrpSpPr>
        <p:cNvPr id="1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32"/>
          <p:cNvSpPr txBox="1">
            <a:spLocks noGrp="1"/>
          </p:cNvSpPr>
          <p:nvPr>
            <p:ph type="body" idx="1"/>
          </p:nvPr>
        </p:nvSpPr>
        <p:spPr>
          <a:xfrm>
            <a:off x="1881350" y="1246850"/>
            <a:ext cx="2133300" cy="3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621" name="Google Shape;1621;p32"/>
          <p:cNvSpPr txBox="1">
            <a:spLocks noGrp="1"/>
          </p:cNvSpPr>
          <p:nvPr>
            <p:ph type="body" idx="2"/>
          </p:nvPr>
        </p:nvSpPr>
        <p:spPr>
          <a:xfrm>
            <a:off x="4220325" y="1246850"/>
            <a:ext cx="3099900" cy="3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622" name="Google Shape;1622;p32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623" name="Google Shape;1623;p32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624" name="Google Shape;1624;p32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625" name="Google Shape;1625;p32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626" name="Google Shape;1626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32" name="Google Shape;1632;p32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633" name="Google Shape;1633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37" name="Google Shape;1637;p32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638" name="Google Shape;1638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Google Shape;1641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642" name="Google Shape;1642;p32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643" name="Google Shape;1643;p32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644" name="Google Shape;1644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0" name="Google Shape;1650;p32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651" name="Google Shape;1651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5" name="Google Shape;1655;p32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656" name="Google Shape;1656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Google Shape;1659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60" name="Google Shape;1660;p32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661" name="Google Shape;1661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64" name="Google Shape;1664;p32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665" name="Google Shape;1665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667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68" name="Google Shape;1668;p32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69" name="Google Shape;1669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72" name="Google Shape;1672;p32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73" name="Google Shape;1673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676" name="Google Shape;1676;p32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7" name="Google Shape;1677;p32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78" name="Google Shape;1678;p32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32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32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32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33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684" name="Google Shape;1684;p3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0" name="Google Shape;1690;p35"/>
          <p:cNvGrpSpPr/>
          <p:nvPr/>
        </p:nvGrpSpPr>
        <p:grpSpPr>
          <a:xfrm>
            <a:off x="303210" y="959719"/>
            <a:ext cx="5343540" cy="4183680"/>
            <a:chOff x="469775" y="238125"/>
            <a:chExt cx="6679425" cy="5229600"/>
          </a:xfrm>
        </p:grpSpPr>
        <p:sp>
          <p:nvSpPr>
            <p:cNvPr id="1691" name="Google Shape;1691;p35"/>
            <p:cNvSpPr/>
            <p:nvPr/>
          </p:nvSpPr>
          <p:spPr>
            <a:xfrm>
              <a:off x="830950" y="238200"/>
              <a:ext cx="6001825" cy="5109175"/>
            </a:xfrm>
            <a:custGeom>
              <a:avLst/>
              <a:gdLst/>
              <a:ahLst/>
              <a:cxnLst/>
              <a:rect l="l" t="t" r="r" b="b"/>
              <a:pathLst>
                <a:path w="240073" h="204367" extrusionOk="0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35"/>
            <p:cNvSpPr/>
            <p:nvPr/>
          </p:nvSpPr>
          <p:spPr>
            <a:xfrm>
              <a:off x="1009000" y="238125"/>
              <a:ext cx="5764775" cy="5102425"/>
            </a:xfrm>
            <a:custGeom>
              <a:avLst/>
              <a:gdLst/>
              <a:ahLst/>
              <a:cxnLst/>
              <a:rect l="l" t="t" r="r" b="b"/>
              <a:pathLst>
                <a:path w="230591" h="204097" extrusionOk="0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35"/>
            <p:cNvSpPr/>
            <p:nvPr/>
          </p:nvSpPr>
          <p:spPr>
            <a:xfrm>
              <a:off x="6155150" y="3211050"/>
              <a:ext cx="888225" cy="2247525"/>
            </a:xfrm>
            <a:custGeom>
              <a:avLst/>
              <a:gdLst/>
              <a:ahLst/>
              <a:cxnLst/>
              <a:rect l="l" t="t" r="r" b="b"/>
              <a:pathLst>
                <a:path w="35529" h="89901" extrusionOk="0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35"/>
            <p:cNvSpPr/>
            <p:nvPr/>
          </p:nvSpPr>
          <p:spPr>
            <a:xfrm>
              <a:off x="2992975" y="2455100"/>
              <a:ext cx="2658575" cy="3012625"/>
            </a:xfrm>
            <a:custGeom>
              <a:avLst/>
              <a:gdLst/>
              <a:ahLst/>
              <a:cxnLst/>
              <a:rect l="l" t="t" r="r" b="b"/>
              <a:pathLst>
                <a:path w="106343" h="120505" extrusionOk="0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35"/>
            <p:cNvSpPr/>
            <p:nvPr/>
          </p:nvSpPr>
          <p:spPr>
            <a:xfrm>
              <a:off x="2992975" y="2709450"/>
              <a:ext cx="2434725" cy="2758275"/>
            </a:xfrm>
            <a:custGeom>
              <a:avLst/>
              <a:gdLst/>
              <a:ahLst/>
              <a:cxnLst/>
              <a:rect l="l" t="t" r="r" b="b"/>
              <a:pathLst>
                <a:path w="97389" h="110331" extrusionOk="0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35"/>
            <p:cNvSpPr/>
            <p:nvPr/>
          </p:nvSpPr>
          <p:spPr>
            <a:xfrm>
              <a:off x="5418525" y="2464250"/>
              <a:ext cx="224875" cy="2994325"/>
            </a:xfrm>
            <a:custGeom>
              <a:avLst/>
              <a:gdLst/>
              <a:ahLst/>
              <a:cxnLst/>
              <a:rect l="l" t="t" r="r" b="b"/>
              <a:pathLst>
                <a:path w="8995" h="119773" extrusionOk="0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5"/>
            <p:cNvSpPr/>
            <p:nvPr/>
          </p:nvSpPr>
          <p:spPr>
            <a:xfrm>
              <a:off x="55335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5"/>
            <p:cNvSpPr/>
            <p:nvPr/>
          </p:nvSpPr>
          <p:spPr>
            <a:xfrm>
              <a:off x="5525350" y="4898950"/>
              <a:ext cx="126200" cy="568775"/>
            </a:xfrm>
            <a:custGeom>
              <a:avLst/>
              <a:gdLst/>
              <a:ahLst/>
              <a:cxnLst/>
              <a:rect l="l" t="t" r="r" b="b"/>
              <a:pathLst>
                <a:path w="5048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35"/>
            <p:cNvSpPr/>
            <p:nvPr/>
          </p:nvSpPr>
          <p:spPr>
            <a:xfrm>
              <a:off x="5643375" y="4524550"/>
              <a:ext cx="474150" cy="934025"/>
            </a:xfrm>
            <a:custGeom>
              <a:avLst/>
              <a:gdLst/>
              <a:ahLst/>
              <a:cxnLst/>
              <a:rect l="l" t="t" r="r" b="b"/>
              <a:pathLst>
                <a:path w="18966" h="37361" extrusionOk="0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5"/>
            <p:cNvSpPr/>
            <p:nvPr/>
          </p:nvSpPr>
          <p:spPr>
            <a:xfrm>
              <a:off x="56342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35"/>
            <p:cNvSpPr/>
            <p:nvPr/>
          </p:nvSpPr>
          <p:spPr>
            <a:xfrm>
              <a:off x="18209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35"/>
            <p:cNvSpPr/>
            <p:nvPr/>
          </p:nvSpPr>
          <p:spPr>
            <a:xfrm>
              <a:off x="1812775" y="4898950"/>
              <a:ext cx="126175" cy="568775"/>
            </a:xfrm>
            <a:custGeom>
              <a:avLst/>
              <a:gdLst/>
              <a:ahLst/>
              <a:cxnLst/>
              <a:rect l="l" t="t" r="r" b="b"/>
              <a:pathLst>
                <a:path w="5047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5"/>
            <p:cNvSpPr/>
            <p:nvPr/>
          </p:nvSpPr>
          <p:spPr>
            <a:xfrm>
              <a:off x="1930800" y="4524550"/>
              <a:ext cx="474125" cy="934025"/>
            </a:xfrm>
            <a:custGeom>
              <a:avLst/>
              <a:gdLst/>
              <a:ahLst/>
              <a:cxnLst/>
              <a:rect l="l" t="t" r="r" b="b"/>
              <a:pathLst>
                <a:path w="18965" h="37361" extrusionOk="0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5"/>
            <p:cNvSpPr/>
            <p:nvPr/>
          </p:nvSpPr>
          <p:spPr>
            <a:xfrm>
              <a:off x="19216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5"/>
            <p:cNvSpPr/>
            <p:nvPr/>
          </p:nvSpPr>
          <p:spPr>
            <a:xfrm>
              <a:off x="1398675" y="4437050"/>
              <a:ext cx="5067825" cy="567750"/>
            </a:xfrm>
            <a:custGeom>
              <a:avLst/>
              <a:gdLst/>
              <a:ahLst/>
              <a:cxnLst/>
              <a:rect l="l" t="t" r="r" b="b"/>
              <a:pathLst>
                <a:path w="202713" h="22710" extrusionOk="0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5"/>
            <p:cNvSpPr/>
            <p:nvPr/>
          </p:nvSpPr>
          <p:spPr>
            <a:xfrm>
              <a:off x="1390525" y="4428500"/>
              <a:ext cx="5084125" cy="584450"/>
            </a:xfrm>
            <a:custGeom>
              <a:avLst/>
              <a:gdLst/>
              <a:ahLst/>
              <a:cxnLst/>
              <a:rect l="l" t="t" r="r" b="b"/>
              <a:pathLst>
                <a:path w="203365" h="23378" extrusionOk="0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5"/>
            <p:cNvSpPr/>
            <p:nvPr/>
          </p:nvSpPr>
          <p:spPr>
            <a:xfrm>
              <a:off x="1400700" y="4437050"/>
              <a:ext cx="5065800" cy="531125"/>
            </a:xfrm>
            <a:custGeom>
              <a:avLst/>
              <a:gdLst/>
              <a:ahLst/>
              <a:cxnLst/>
              <a:rect l="l" t="t" r="r" b="b"/>
              <a:pathLst>
                <a:path w="202632" h="21245" extrusionOk="0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5"/>
            <p:cNvSpPr/>
            <p:nvPr/>
          </p:nvSpPr>
          <p:spPr>
            <a:xfrm>
              <a:off x="1391550" y="4427900"/>
              <a:ext cx="5084100" cy="549425"/>
            </a:xfrm>
            <a:custGeom>
              <a:avLst/>
              <a:gdLst/>
              <a:ahLst/>
              <a:cxnLst/>
              <a:rect l="l" t="t" r="r" b="b"/>
              <a:pathLst>
                <a:path w="203364" h="21977" extrusionOk="0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5"/>
            <p:cNvSpPr/>
            <p:nvPr/>
          </p:nvSpPr>
          <p:spPr>
            <a:xfrm>
              <a:off x="5056325" y="4664950"/>
              <a:ext cx="755975" cy="213700"/>
            </a:xfrm>
            <a:custGeom>
              <a:avLst/>
              <a:gdLst/>
              <a:ahLst/>
              <a:cxnLst/>
              <a:rect l="l" t="t" r="r" b="b"/>
              <a:pathLst>
                <a:path w="30239" h="8548" extrusionOk="0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5"/>
            <p:cNvSpPr/>
            <p:nvPr/>
          </p:nvSpPr>
          <p:spPr>
            <a:xfrm>
              <a:off x="5047175" y="4656825"/>
              <a:ext cx="774275" cy="230975"/>
            </a:xfrm>
            <a:custGeom>
              <a:avLst/>
              <a:gdLst/>
              <a:ahLst/>
              <a:cxnLst/>
              <a:rect l="l" t="t" r="r" b="b"/>
              <a:pathLst>
                <a:path w="30971" h="9239" extrusionOk="0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35"/>
            <p:cNvSpPr/>
            <p:nvPr/>
          </p:nvSpPr>
          <p:spPr>
            <a:xfrm>
              <a:off x="5774625" y="4437050"/>
              <a:ext cx="691875" cy="567750"/>
            </a:xfrm>
            <a:custGeom>
              <a:avLst/>
              <a:gdLst/>
              <a:ahLst/>
              <a:cxnLst/>
              <a:rect l="l" t="t" r="r" b="b"/>
              <a:pathLst>
                <a:path w="27675" h="22710" extrusionOk="0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35"/>
            <p:cNvSpPr/>
            <p:nvPr/>
          </p:nvSpPr>
          <p:spPr>
            <a:xfrm>
              <a:off x="5766475" y="4428250"/>
              <a:ext cx="708175" cy="584775"/>
            </a:xfrm>
            <a:custGeom>
              <a:avLst/>
              <a:gdLst/>
              <a:ahLst/>
              <a:cxnLst/>
              <a:rect l="l" t="t" r="r" b="b"/>
              <a:pathLst>
                <a:path w="28327" h="23391" extrusionOk="0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5"/>
            <p:cNvSpPr/>
            <p:nvPr/>
          </p:nvSpPr>
          <p:spPr>
            <a:xfrm>
              <a:off x="5189600" y="4452300"/>
              <a:ext cx="914700" cy="283675"/>
            </a:xfrm>
            <a:custGeom>
              <a:avLst/>
              <a:gdLst/>
              <a:ahLst/>
              <a:cxnLst/>
              <a:rect l="l" t="t" r="r" b="b"/>
              <a:pathLst>
                <a:path w="36588" h="11347" extrusionOk="0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5"/>
            <p:cNvSpPr/>
            <p:nvPr/>
          </p:nvSpPr>
          <p:spPr>
            <a:xfrm>
              <a:off x="5292375" y="4676900"/>
              <a:ext cx="262500" cy="176300"/>
            </a:xfrm>
            <a:custGeom>
              <a:avLst/>
              <a:gdLst/>
              <a:ahLst/>
              <a:cxnLst/>
              <a:rect l="l" t="t" r="r" b="b"/>
              <a:pathLst>
                <a:path w="10500" h="7052" extrusionOk="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5"/>
            <p:cNvSpPr/>
            <p:nvPr/>
          </p:nvSpPr>
          <p:spPr>
            <a:xfrm>
              <a:off x="5442950" y="4707275"/>
              <a:ext cx="72250" cy="119475"/>
            </a:xfrm>
            <a:custGeom>
              <a:avLst/>
              <a:gdLst/>
              <a:ahLst/>
              <a:cxnLst/>
              <a:rect l="l" t="t" r="r" b="b"/>
              <a:pathLst>
                <a:path w="2890" h="4779" extrusionOk="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35"/>
            <p:cNvSpPr/>
            <p:nvPr/>
          </p:nvSpPr>
          <p:spPr>
            <a:xfrm>
              <a:off x="3283975" y="4592725"/>
              <a:ext cx="2022650" cy="316425"/>
            </a:xfrm>
            <a:custGeom>
              <a:avLst/>
              <a:gdLst/>
              <a:ahLst/>
              <a:cxnLst/>
              <a:rect l="l" t="t" r="r" b="b"/>
              <a:pathLst>
                <a:path w="80906" h="12657" extrusionOk="0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5"/>
            <p:cNvSpPr/>
            <p:nvPr/>
          </p:nvSpPr>
          <p:spPr>
            <a:xfrm>
              <a:off x="3274800" y="4584575"/>
              <a:ext cx="2041000" cy="332725"/>
            </a:xfrm>
            <a:custGeom>
              <a:avLst/>
              <a:gdLst/>
              <a:ahLst/>
              <a:cxnLst/>
              <a:rect l="l" t="t" r="r" b="b"/>
              <a:pathLst>
                <a:path w="81640" h="13309" extrusionOk="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5"/>
            <p:cNvSpPr/>
            <p:nvPr/>
          </p:nvSpPr>
          <p:spPr>
            <a:xfrm>
              <a:off x="4902700" y="4584475"/>
              <a:ext cx="413100" cy="352825"/>
            </a:xfrm>
            <a:custGeom>
              <a:avLst/>
              <a:gdLst/>
              <a:ahLst/>
              <a:cxnLst/>
              <a:rect l="l" t="t" r="r" b="b"/>
              <a:pathLst>
                <a:path w="16524" h="14113" extrusionOk="0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5"/>
            <p:cNvSpPr/>
            <p:nvPr/>
          </p:nvSpPr>
          <p:spPr>
            <a:xfrm>
              <a:off x="3283975" y="4909125"/>
              <a:ext cx="1626875" cy="19375"/>
            </a:xfrm>
            <a:custGeom>
              <a:avLst/>
              <a:gdLst/>
              <a:ahLst/>
              <a:cxnLst/>
              <a:rect l="l" t="t" r="r" b="b"/>
              <a:pathLst>
                <a:path w="65075" h="775" extrusionOk="0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5"/>
            <p:cNvSpPr/>
            <p:nvPr/>
          </p:nvSpPr>
          <p:spPr>
            <a:xfrm>
              <a:off x="3274800" y="4899975"/>
              <a:ext cx="1645225" cy="37675"/>
            </a:xfrm>
            <a:custGeom>
              <a:avLst/>
              <a:gdLst/>
              <a:ahLst/>
              <a:cxnLst/>
              <a:rect l="l" t="t" r="r" b="b"/>
              <a:pathLst>
                <a:path w="65809" h="1507" extrusionOk="0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35"/>
            <p:cNvSpPr/>
            <p:nvPr/>
          </p:nvSpPr>
          <p:spPr>
            <a:xfrm>
              <a:off x="37530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35"/>
            <p:cNvSpPr/>
            <p:nvPr/>
          </p:nvSpPr>
          <p:spPr>
            <a:xfrm>
              <a:off x="38608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5"/>
            <p:cNvSpPr/>
            <p:nvPr/>
          </p:nvSpPr>
          <p:spPr>
            <a:xfrm>
              <a:off x="36451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5"/>
            <p:cNvSpPr/>
            <p:nvPr/>
          </p:nvSpPr>
          <p:spPr>
            <a:xfrm>
              <a:off x="36980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5"/>
            <p:cNvSpPr/>
            <p:nvPr/>
          </p:nvSpPr>
          <p:spPr>
            <a:xfrm>
              <a:off x="38578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35"/>
            <p:cNvSpPr/>
            <p:nvPr/>
          </p:nvSpPr>
          <p:spPr>
            <a:xfrm>
              <a:off x="37499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35"/>
            <p:cNvSpPr/>
            <p:nvPr/>
          </p:nvSpPr>
          <p:spPr>
            <a:xfrm>
              <a:off x="39676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35"/>
            <p:cNvSpPr/>
            <p:nvPr/>
          </p:nvSpPr>
          <p:spPr>
            <a:xfrm>
              <a:off x="45048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5"/>
            <p:cNvSpPr/>
            <p:nvPr/>
          </p:nvSpPr>
          <p:spPr>
            <a:xfrm>
              <a:off x="39646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5"/>
            <p:cNvSpPr/>
            <p:nvPr/>
          </p:nvSpPr>
          <p:spPr>
            <a:xfrm>
              <a:off x="40755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35"/>
            <p:cNvSpPr/>
            <p:nvPr/>
          </p:nvSpPr>
          <p:spPr>
            <a:xfrm>
              <a:off x="47195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35"/>
            <p:cNvSpPr/>
            <p:nvPr/>
          </p:nvSpPr>
          <p:spPr>
            <a:xfrm>
              <a:off x="47724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35"/>
            <p:cNvSpPr/>
            <p:nvPr/>
          </p:nvSpPr>
          <p:spPr>
            <a:xfrm>
              <a:off x="46127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35"/>
            <p:cNvSpPr/>
            <p:nvPr/>
          </p:nvSpPr>
          <p:spPr>
            <a:xfrm>
              <a:off x="43980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35"/>
            <p:cNvSpPr/>
            <p:nvPr/>
          </p:nvSpPr>
          <p:spPr>
            <a:xfrm>
              <a:off x="41823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35"/>
            <p:cNvSpPr/>
            <p:nvPr/>
          </p:nvSpPr>
          <p:spPr>
            <a:xfrm>
              <a:off x="42902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35"/>
            <p:cNvSpPr/>
            <p:nvPr/>
          </p:nvSpPr>
          <p:spPr>
            <a:xfrm>
              <a:off x="43950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35"/>
            <p:cNvSpPr/>
            <p:nvPr/>
          </p:nvSpPr>
          <p:spPr>
            <a:xfrm>
              <a:off x="45577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35"/>
            <p:cNvSpPr/>
            <p:nvPr/>
          </p:nvSpPr>
          <p:spPr>
            <a:xfrm>
              <a:off x="43421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5"/>
            <p:cNvSpPr/>
            <p:nvPr/>
          </p:nvSpPr>
          <p:spPr>
            <a:xfrm>
              <a:off x="41274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5"/>
            <p:cNvSpPr/>
            <p:nvPr/>
          </p:nvSpPr>
          <p:spPr>
            <a:xfrm>
              <a:off x="44499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35"/>
            <p:cNvSpPr/>
            <p:nvPr/>
          </p:nvSpPr>
          <p:spPr>
            <a:xfrm>
              <a:off x="40724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35"/>
            <p:cNvSpPr/>
            <p:nvPr/>
          </p:nvSpPr>
          <p:spPr>
            <a:xfrm>
              <a:off x="3804900" y="4721925"/>
              <a:ext cx="178050" cy="59050"/>
            </a:xfrm>
            <a:custGeom>
              <a:avLst/>
              <a:gdLst/>
              <a:ahLst/>
              <a:cxnLst/>
              <a:rect l="l" t="t" r="r" b="b"/>
              <a:pathLst>
                <a:path w="7122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35"/>
            <p:cNvSpPr/>
            <p:nvPr/>
          </p:nvSpPr>
          <p:spPr>
            <a:xfrm>
              <a:off x="40205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35"/>
            <p:cNvSpPr/>
            <p:nvPr/>
          </p:nvSpPr>
          <p:spPr>
            <a:xfrm>
              <a:off x="39127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5"/>
            <p:cNvSpPr/>
            <p:nvPr/>
          </p:nvSpPr>
          <p:spPr>
            <a:xfrm>
              <a:off x="42352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5"/>
            <p:cNvSpPr/>
            <p:nvPr/>
          </p:nvSpPr>
          <p:spPr>
            <a:xfrm>
              <a:off x="42871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35"/>
            <p:cNvSpPr/>
            <p:nvPr/>
          </p:nvSpPr>
          <p:spPr>
            <a:xfrm>
              <a:off x="48243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35"/>
            <p:cNvSpPr/>
            <p:nvPr/>
          </p:nvSpPr>
          <p:spPr>
            <a:xfrm>
              <a:off x="41803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5"/>
            <p:cNvSpPr/>
            <p:nvPr/>
          </p:nvSpPr>
          <p:spPr>
            <a:xfrm>
              <a:off x="46096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35"/>
            <p:cNvSpPr/>
            <p:nvPr/>
          </p:nvSpPr>
          <p:spPr>
            <a:xfrm>
              <a:off x="47175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35"/>
            <p:cNvSpPr/>
            <p:nvPr/>
          </p:nvSpPr>
          <p:spPr>
            <a:xfrm>
              <a:off x="46646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5"/>
            <p:cNvSpPr/>
            <p:nvPr/>
          </p:nvSpPr>
          <p:spPr>
            <a:xfrm>
              <a:off x="45018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5"/>
            <p:cNvSpPr/>
            <p:nvPr/>
          </p:nvSpPr>
          <p:spPr>
            <a:xfrm>
              <a:off x="42383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35"/>
            <p:cNvSpPr/>
            <p:nvPr/>
          </p:nvSpPr>
          <p:spPr>
            <a:xfrm>
              <a:off x="43451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35"/>
            <p:cNvSpPr/>
            <p:nvPr/>
          </p:nvSpPr>
          <p:spPr>
            <a:xfrm>
              <a:off x="41304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5"/>
            <p:cNvSpPr/>
            <p:nvPr/>
          </p:nvSpPr>
          <p:spPr>
            <a:xfrm>
              <a:off x="44530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5"/>
            <p:cNvSpPr/>
            <p:nvPr/>
          </p:nvSpPr>
          <p:spPr>
            <a:xfrm>
              <a:off x="40226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5"/>
            <p:cNvSpPr/>
            <p:nvPr/>
          </p:nvSpPr>
          <p:spPr>
            <a:xfrm>
              <a:off x="3915800" y="4806375"/>
              <a:ext cx="178050" cy="59025"/>
            </a:xfrm>
            <a:custGeom>
              <a:avLst/>
              <a:gdLst/>
              <a:ahLst/>
              <a:cxnLst/>
              <a:rect l="l" t="t" r="r" b="b"/>
              <a:pathLst>
                <a:path w="7122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5"/>
            <p:cNvSpPr/>
            <p:nvPr/>
          </p:nvSpPr>
          <p:spPr>
            <a:xfrm>
              <a:off x="45598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5"/>
            <p:cNvSpPr/>
            <p:nvPr/>
          </p:nvSpPr>
          <p:spPr>
            <a:xfrm>
              <a:off x="3700100" y="4806375"/>
              <a:ext cx="179075" cy="59025"/>
            </a:xfrm>
            <a:custGeom>
              <a:avLst/>
              <a:gdLst/>
              <a:ahLst/>
              <a:cxnLst/>
              <a:rect l="l" t="t" r="r" b="b"/>
              <a:pathLst>
                <a:path w="716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5"/>
            <p:cNvSpPr/>
            <p:nvPr/>
          </p:nvSpPr>
          <p:spPr>
            <a:xfrm>
              <a:off x="38079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5"/>
            <p:cNvSpPr/>
            <p:nvPr/>
          </p:nvSpPr>
          <p:spPr>
            <a:xfrm>
              <a:off x="4879300" y="4721925"/>
              <a:ext cx="179075" cy="59050"/>
            </a:xfrm>
            <a:custGeom>
              <a:avLst/>
              <a:gdLst/>
              <a:ahLst/>
              <a:cxnLst/>
              <a:rect l="l" t="t" r="r" b="b"/>
              <a:pathLst>
                <a:path w="716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5"/>
            <p:cNvSpPr/>
            <p:nvPr/>
          </p:nvSpPr>
          <p:spPr>
            <a:xfrm>
              <a:off x="49840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5"/>
            <p:cNvSpPr/>
            <p:nvPr/>
          </p:nvSpPr>
          <p:spPr>
            <a:xfrm>
              <a:off x="49322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5"/>
            <p:cNvSpPr/>
            <p:nvPr/>
          </p:nvSpPr>
          <p:spPr>
            <a:xfrm>
              <a:off x="35932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5"/>
            <p:cNvSpPr/>
            <p:nvPr/>
          </p:nvSpPr>
          <p:spPr>
            <a:xfrm>
              <a:off x="46676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5"/>
            <p:cNvSpPr/>
            <p:nvPr/>
          </p:nvSpPr>
          <p:spPr>
            <a:xfrm>
              <a:off x="47755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5"/>
            <p:cNvSpPr/>
            <p:nvPr/>
          </p:nvSpPr>
          <p:spPr>
            <a:xfrm>
              <a:off x="48274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5"/>
            <p:cNvSpPr/>
            <p:nvPr/>
          </p:nvSpPr>
          <p:spPr>
            <a:xfrm>
              <a:off x="35902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5"/>
            <p:cNvSpPr/>
            <p:nvPr/>
          </p:nvSpPr>
          <p:spPr>
            <a:xfrm>
              <a:off x="43400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5"/>
            <p:cNvSpPr/>
            <p:nvPr/>
          </p:nvSpPr>
          <p:spPr>
            <a:xfrm>
              <a:off x="44468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5"/>
            <p:cNvSpPr/>
            <p:nvPr/>
          </p:nvSpPr>
          <p:spPr>
            <a:xfrm>
              <a:off x="42322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5"/>
            <p:cNvSpPr/>
            <p:nvPr/>
          </p:nvSpPr>
          <p:spPr>
            <a:xfrm>
              <a:off x="45547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5"/>
            <p:cNvSpPr/>
            <p:nvPr/>
          </p:nvSpPr>
          <p:spPr>
            <a:xfrm>
              <a:off x="47694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5"/>
            <p:cNvSpPr/>
            <p:nvPr/>
          </p:nvSpPr>
          <p:spPr>
            <a:xfrm>
              <a:off x="46615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5"/>
            <p:cNvSpPr/>
            <p:nvPr/>
          </p:nvSpPr>
          <p:spPr>
            <a:xfrm>
              <a:off x="41243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5"/>
            <p:cNvSpPr/>
            <p:nvPr/>
          </p:nvSpPr>
          <p:spPr>
            <a:xfrm>
              <a:off x="35383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5"/>
            <p:cNvSpPr/>
            <p:nvPr/>
          </p:nvSpPr>
          <p:spPr>
            <a:xfrm>
              <a:off x="3642100" y="4679200"/>
              <a:ext cx="179100" cy="60050"/>
            </a:xfrm>
            <a:custGeom>
              <a:avLst/>
              <a:gdLst/>
              <a:ahLst/>
              <a:cxnLst/>
              <a:rect l="l" t="t" r="r" b="b"/>
              <a:pathLst>
                <a:path w="7164" h="2402" extrusionOk="0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5"/>
            <p:cNvSpPr/>
            <p:nvPr/>
          </p:nvSpPr>
          <p:spPr>
            <a:xfrm>
              <a:off x="48772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5"/>
            <p:cNvSpPr/>
            <p:nvPr/>
          </p:nvSpPr>
          <p:spPr>
            <a:xfrm>
              <a:off x="34854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5"/>
            <p:cNvSpPr/>
            <p:nvPr/>
          </p:nvSpPr>
          <p:spPr>
            <a:xfrm>
              <a:off x="36950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5"/>
            <p:cNvSpPr/>
            <p:nvPr/>
          </p:nvSpPr>
          <p:spPr>
            <a:xfrm>
              <a:off x="39096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5"/>
            <p:cNvSpPr/>
            <p:nvPr/>
          </p:nvSpPr>
          <p:spPr>
            <a:xfrm>
              <a:off x="3801825" y="4637475"/>
              <a:ext cx="179100" cy="59050"/>
            </a:xfrm>
            <a:custGeom>
              <a:avLst/>
              <a:gdLst/>
              <a:ahLst/>
              <a:cxnLst/>
              <a:rect l="l" t="t" r="r" b="b"/>
              <a:pathLst>
                <a:path w="7164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5"/>
            <p:cNvSpPr/>
            <p:nvPr/>
          </p:nvSpPr>
          <p:spPr>
            <a:xfrm>
              <a:off x="40175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5"/>
            <p:cNvSpPr/>
            <p:nvPr/>
          </p:nvSpPr>
          <p:spPr>
            <a:xfrm>
              <a:off x="479180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5"/>
            <p:cNvSpPr/>
            <p:nvPr/>
          </p:nvSpPr>
          <p:spPr>
            <a:xfrm>
              <a:off x="4786700" y="4470625"/>
              <a:ext cx="667450" cy="89550"/>
            </a:xfrm>
            <a:custGeom>
              <a:avLst/>
              <a:gdLst/>
              <a:ahLst/>
              <a:cxnLst/>
              <a:rect l="l" t="t" r="r" b="b"/>
              <a:pathLst>
                <a:path w="26698" h="3582" extrusionOk="0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5"/>
            <p:cNvSpPr/>
            <p:nvPr/>
          </p:nvSpPr>
          <p:spPr>
            <a:xfrm>
              <a:off x="509702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5"/>
            <p:cNvSpPr/>
            <p:nvPr/>
          </p:nvSpPr>
          <p:spPr>
            <a:xfrm>
              <a:off x="5088875" y="4119600"/>
              <a:ext cx="120075" cy="410050"/>
            </a:xfrm>
            <a:custGeom>
              <a:avLst/>
              <a:gdLst/>
              <a:ahLst/>
              <a:cxnLst/>
              <a:rect l="l" t="t" r="r" b="b"/>
              <a:pathLst>
                <a:path w="4803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35"/>
            <p:cNvSpPr/>
            <p:nvPr/>
          </p:nvSpPr>
          <p:spPr>
            <a:xfrm>
              <a:off x="5080750" y="4128775"/>
              <a:ext cx="135325" cy="284900"/>
            </a:xfrm>
            <a:custGeom>
              <a:avLst/>
              <a:gdLst/>
              <a:ahLst/>
              <a:cxnLst/>
              <a:rect l="l" t="t" r="r" b="b"/>
              <a:pathLst>
                <a:path w="5413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35"/>
            <p:cNvSpPr/>
            <p:nvPr/>
          </p:nvSpPr>
          <p:spPr>
            <a:xfrm>
              <a:off x="507260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35"/>
            <p:cNvSpPr/>
            <p:nvPr/>
          </p:nvSpPr>
          <p:spPr>
            <a:xfrm>
              <a:off x="431970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35"/>
            <p:cNvSpPr/>
            <p:nvPr/>
          </p:nvSpPr>
          <p:spPr>
            <a:xfrm>
              <a:off x="4310550" y="2813225"/>
              <a:ext cx="1724550" cy="1352200"/>
            </a:xfrm>
            <a:custGeom>
              <a:avLst/>
              <a:gdLst/>
              <a:ahLst/>
              <a:cxnLst/>
              <a:rect l="l" t="t" r="r" b="b"/>
              <a:pathLst>
                <a:path w="68982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35"/>
            <p:cNvSpPr/>
            <p:nvPr/>
          </p:nvSpPr>
          <p:spPr>
            <a:xfrm>
              <a:off x="4410250" y="2892600"/>
              <a:ext cx="1525150" cy="1193450"/>
            </a:xfrm>
            <a:custGeom>
              <a:avLst/>
              <a:gdLst/>
              <a:ahLst/>
              <a:cxnLst/>
              <a:rect l="l" t="t" r="r" b="b"/>
              <a:pathLst>
                <a:path w="61006" h="47738" extrusionOk="0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5"/>
            <p:cNvSpPr/>
            <p:nvPr/>
          </p:nvSpPr>
          <p:spPr>
            <a:xfrm>
              <a:off x="440212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5"/>
            <p:cNvSpPr/>
            <p:nvPr/>
          </p:nvSpPr>
          <p:spPr>
            <a:xfrm>
              <a:off x="4506925" y="2953625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5"/>
            <p:cNvSpPr/>
            <p:nvPr/>
          </p:nvSpPr>
          <p:spPr>
            <a:xfrm>
              <a:off x="4506925" y="3313800"/>
              <a:ext cx="534150" cy="334775"/>
            </a:xfrm>
            <a:custGeom>
              <a:avLst/>
              <a:gdLst/>
              <a:ahLst/>
              <a:cxnLst/>
              <a:rect l="l" t="t" r="r" b="b"/>
              <a:pathLst>
                <a:path w="21366" h="13391" extrusionOk="0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5"/>
            <p:cNvSpPr/>
            <p:nvPr/>
          </p:nvSpPr>
          <p:spPr>
            <a:xfrm>
              <a:off x="4506925" y="3681100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5"/>
            <p:cNvSpPr/>
            <p:nvPr/>
          </p:nvSpPr>
          <p:spPr>
            <a:xfrm>
              <a:off x="5110250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5"/>
            <p:cNvSpPr/>
            <p:nvPr/>
          </p:nvSpPr>
          <p:spPr>
            <a:xfrm>
              <a:off x="5110250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5"/>
            <p:cNvSpPr/>
            <p:nvPr/>
          </p:nvSpPr>
          <p:spPr>
            <a:xfrm>
              <a:off x="3941225" y="2531400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5"/>
            <p:cNvSpPr/>
            <p:nvPr/>
          </p:nvSpPr>
          <p:spPr>
            <a:xfrm>
              <a:off x="3936125" y="2523250"/>
              <a:ext cx="668475" cy="89575"/>
            </a:xfrm>
            <a:custGeom>
              <a:avLst/>
              <a:gdLst/>
              <a:ahLst/>
              <a:cxnLst/>
              <a:rect l="l" t="t" r="r" b="b"/>
              <a:pathLst>
                <a:path w="26739" h="3583" extrusionOk="0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5"/>
            <p:cNvSpPr/>
            <p:nvPr/>
          </p:nvSpPr>
          <p:spPr>
            <a:xfrm>
              <a:off x="4246450" y="2181400"/>
              <a:ext cx="103800" cy="392750"/>
            </a:xfrm>
            <a:custGeom>
              <a:avLst/>
              <a:gdLst/>
              <a:ahLst/>
              <a:cxnLst/>
              <a:rect l="l" t="t" r="r" b="b"/>
              <a:pathLst>
                <a:path w="4152" h="15710" extrusionOk="0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5"/>
            <p:cNvSpPr/>
            <p:nvPr/>
          </p:nvSpPr>
          <p:spPr>
            <a:xfrm>
              <a:off x="4238300" y="217225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5"/>
            <p:cNvSpPr/>
            <p:nvPr/>
          </p:nvSpPr>
          <p:spPr>
            <a:xfrm>
              <a:off x="4230175" y="2181400"/>
              <a:ext cx="136350" cy="284900"/>
            </a:xfrm>
            <a:custGeom>
              <a:avLst/>
              <a:gdLst/>
              <a:ahLst/>
              <a:cxnLst/>
              <a:rect l="l" t="t" r="r" b="b"/>
              <a:pathLst>
                <a:path w="5454" h="11396" extrusionOk="0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5"/>
            <p:cNvSpPr/>
            <p:nvPr/>
          </p:nvSpPr>
          <p:spPr>
            <a:xfrm>
              <a:off x="4222025" y="2172250"/>
              <a:ext cx="152650" cy="303225"/>
            </a:xfrm>
            <a:custGeom>
              <a:avLst/>
              <a:gdLst/>
              <a:ahLst/>
              <a:cxnLst/>
              <a:rect l="l" t="t" r="r" b="b"/>
              <a:pathLst>
                <a:path w="6106" h="12129" extrusionOk="0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35"/>
            <p:cNvSpPr/>
            <p:nvPr/>
          </p:nvSpPr>
          <p:spPr>
            <a:xfrm>
              <a:off x="3469125" y="874000"/>
              <a:ext cx="1707275" cy="1335925"/>
            </a:xfrm>
            <a:custGeom>
              <a:avLst/>
              <a:gdLst/>
              <a:ahLst/>
              <a:cxnLst/>
              <a:rect l="l" t="t" r="r" b="b"/>
              <a:pathLst>
                <a:path w="68291" h="53437" extrusionOk="0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35"/>
            <p:cNvSpPr/>
            <p:nvPr/>
          </p:nvSpPr>
          <p:spPr>
            <a:xfrm>
              <a:off x="3461000" y="865875"/>
              <a:ext cx="1723550" cy="1352175"/>
            </a:xfrm>
            <a:custGeom>
              <a:avLst/>
              <a:gdLst/>
              <a:ahLst/>
              <a:cxnLst/>
              <a:rect l="l" t="t" r="r" b="b"/>
              <a:pathLst>
                <a:path w="68942" h="54087" extrusionOk="0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5"/>
            <p:cNvSpPr/>
            <p:nvPr/>
          </p:nvSpPr>
          <p:spPr>
            <a:xfrm>
              <a:off x="3560700" y="945225"/>
              <a:ext cx="1524125" cy="1193475"/>
            </a:xfrm>
            <a:custGeom>
              <a:avLst/>
              <a:gdLst/>
              <a:ahLst/>
              <a:cxnLst/>
              <a:rect l="l" t="t" r="r" b="b"/>
              <a:pathLst>
                <a:path w="60965" h="47739" extrusionOk="0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5"/>
            <p:cNvSpPr/>
            <p:nvPr/>
          </p:nvSpPr>
          <p:spPr>
            <a:xfrm>
              <a:off x="3551550" y="937075"/>
              <a:ext cx="1542450" cy="1209750"/>
            </a:xfrm>
            <a:custGeom>
              <a:avLst/>
              <a:gdLst/>
              <a:ahLst/>
              <a:cxnLst/>
              <a:rect l="l" t="t" r="r" b="b"/>
              <a:pathLst>
                <a:path w="61698" h="48390" extrusionOk="0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35"/>
            <p:cNvSpPr/>
            <p:nvPr/>
          </p:nvSpPr>
          <p:spPr>
            <a:xfrm>
              <a:off x="3671600" y="1070375"/>
              <a:ext cx="637950" cy="293050"/>
            </a:xfrm>
            <a:custGeom>
              <a:avLst/>
              <a:gdLst/>
              <a:ahLst/>
              <a:cxnLst/>
              <a:rect l="l" t="t" r="r" b="b"/>
              <a:pathLst>
                <a:path w="25518" h="11722" extrusionOk="0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5"/>
            <p:cNvSpPr/>
            <p:nvPr/>
          </p:nvSpPr>
          <p:spPr>
            <a:xfrm>
              <a:off x="3760125" y="1538400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5"/>
            <p:cNvSpPr/>
            <p:nvPr/>
          </p:nvSpPr>
          <p:spPr>
            <a:xfrm>
              <a:off x="3760125" y="1639125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5"/>
            <p:cNvSpPr/>
            <p:nvPr/>
          </p:nvSpPr>
          <p:spPr>
            <a:xfrm>
              <a:off x="3760125" y="1866000"/>
              <a:ext cx="1047975" cy="115000"/>
            </a:xfrm>
            <a:custGeom>
              <a:avLst/>
              <a:gdLst/>
              <a:ahLst/>
              <a:cxnLst/>
              <a:rect l="l" t="t" r="r" b="b"/>
              <a:pathLst>
                <a:path w="41919" h="4600" extrusionOk="0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5"/>
            <p:cNvSpPr/>
            <p:nvPr/>
          </p:nvSpPr>
          <p:spPr>
            <a:xfrm>
              <a:off x="3760125" y="1764250"/>
              <a:ext cx="1047975" cy="116025"/>
            </a:xfrm>
            <a:custGeom>
              <a:avLst/>
              <a:gdLst/>
              <a:ahLst/>
              <a:cxnLst/>
              <a:rect l="l" t="t" r="r" b="b"/>
              <a:pathLst>
                <a:path w="41919" h="4641" extrusionOk="0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35"/>
            <p:cNvSpPr/>
            <p:nvPr/>
          </p:nvSpPr>
          <p:spPr>
            <a:xfrm>
              <a:off x="4825375" y="1479375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35"/>
            <p:cNvSpPr/>
            <p:nvPr/>
          </p:nvSpPr>
          <p:spPr>
            <a:xfrm>
              <a:off x="4825375" y="1599425"/>
              <a:ext cx="96675" cy="96700"/>
            </a:xfrm>
            <a:custGeom>
              <a:avLst/>
              <a:gdLst/>
              <a:ahLst/>
              <a:cxnLst/>
              <a:rect l="l" t="t" r="r" b="b"/>
              <a:pathLst>
                <a:path w="3867" h="3868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35"/>
            <p:cNvSpPr/>
            <p:nvPr/>
          </p:nvSpPr>
          <p:spPr>
            <a:xfrm>
              <a:off x="4825375" y="1804950"/>
              <a:ext cx="96675" cy="96675"/>
            </a:xfrm>
            <a:custGeom>
              <a:avLst/>
              <a:gdLst/>
              <a:ahLst/>
              <a:cxnLst/>
              <a:rect l="l" t="t" r="r" b="b"/>
              <a:pathLst>
                <a:path w="3867" h="3867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5"/>
            <p:cNvSpPr/>
            <p:nvPr/>
          </p:nvSpPr>
          <p:spPr>
            <a:xfrm>
              <a:off x="4825375" y="1924000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35"/>
            <p:cNvSpPr/>
            <p:nvPr/>
          </p:nvSpPr>
          <p:spPr>
            <a:xfrm>
              <a:off x="3644125" y="1479375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35"/>
            <p:cNvSpPr/>
            <p:nvPr/>
          </p:nvSpPr>
          <p:spPr>
            <a:xfrm>
              <a:off x="3644125" y="1599425"/>
              <a:ext cx="96700" cy="96700"/>
            </a:xfrm>
            <a:custGeom>
              <a:avLst/>
              <a:gdLst/>
              <a:ahLst/>
              <a:cxnLst/>
              <a:rect l="l" t="t" r="r" b="b"/>
              <a:pathLst>
                <a:path w="3868" h="3868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35"/>
            <p:cNvSpPr/>
            <p:nvPr/>
          </p:nvSpPr>
          <p:spPr>
            <a:xfrm>
              <a:off x="3644125" y="1804950"/>
              <a:ext cx="96700" cy="96675"/>
            </a:xfrm>
            <a:custGeom>
              <a:avLst/>
              <a:gdLst/>
              <a:ahLst/>
              <a:cxnLst/>
              <a:rect l="l" t="t" r="r" b="b"/>
              <a:pathLst>
                <a:path w="3868" h="3867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35"/>
            <p:cNvSpPr/>
            <p:nvPr/>
          </p:nvSpPr>
          <p:spPr>
            <a:xfrm>
              <a:off x="3644125" y="1924000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35"/>
            <p:cNvSpPr/>
            <p:nvPr/>
          </p:nvSpPr>
          <p:spPr>
            <a:xfrm>
              <a:off x="4389900" y="105307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35"/>
            <p:cNvSpPr/>
            <p:nvPr/>
          </p:nvSpPr>
          <p:spPr>
            <a:xfrm>
              <a:off x="279255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35"/>
            <p:cNvSpPr/>
            <p:nvPr/>
          </p:nvSpPr>
          <p:spPr>
            <a:xfrm>
              <a:off x="2787450" y="4470625"/>
              <a:ext cx="667475" cy="89550"/>
            </a:xfrm>
            <a:custGeom>
              <a:avLst/>
              <a:gdLst/>
              <a:ahLst/>
              <a:cxnLst/>
              <a:rect l="l" t="t" r="r" b="b"/>
              <a:pathLst>
                <a:path w="26699" h="3582" extrusionOk="0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35"/>
            <p:cNvSpPr/>
            <p:nvPr/>
          </p:nvSpPr>
          <p:spPr>
            <a:xfrm>
              <a:off x="309777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35"/>
            <p:cNvSpPr/>
            <p:nvPr/>
          </p:nvSpPr>
          <p:spPr>
            <a:xfrm>
              <a:off x="3089625" y="411960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35"/>
            <p:cNvSpPr/>
            <p:nvPr/>
          </p:nvSpPr>
          <p:spPr>
            <a:xfrm>
              <a:off x="3081500" y="4128775"/>
              <a:ext cx="135350" cy="284900"/>
            </a:xfrm>
            <a:custGeom>
              <a:avLst/>
              <a:gdLst/>
              <a:ahLst/>
              <a:cxnLst/>
              <a:rect l="l" t="t" r="r" b="b"/>
              <a:pathLst>
                <a:path w="5414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35"/>
            <p:cNvSpPr/>
            <p:nvPr/>
          </p:nvSpPr>
          <p:spPr>
            <a:xfrm>
              <a:off x="307335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35"/>
            <p:cNvSpPr/>
            <p:nvPr/>
          </p:nvSpPr>
          <p:spPr>
            <a:xfrm>
              <a:off x="232045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35"/>
            <p:cNvSpPr/>
            <p:nvPr/>
          </p:nvSpPr>
          <p:spPr>
            <a:xfrm>
              <a:off x="2311300" y="2813225"/>
              <a:ext cx="1724575" cy="1352200"/>
            </a:xfrm>
            <a:custGeom>
              <a:avLst/>
              <a:gdLst/>
              <a:ahLst/>
              <a:cxnLst/>
              <a:rect l="l" t="t" r="r" b="b"/>
              <a:pathLst>
                <a:path w="68983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35"/>
            <p:cNvSpPr/>
            <p:nvPr/>
          </p:nvSpPr>
          <p:spPr>
            <a:xfrm>
              <a:off x="2411025" y="2892600"/>
              <a:ext cx="1525125" cy="1193450"/>
            </a:xfrm>
            <a:custGeom>
              <a:avLst/>
              <a:gdLst/>
              <a:ahLst/>
              <a:cxnLst/>
              <a:rect l="l" t="t" r="r" b="b"/>
              <a:pathLst>
                <a:path w="61005" h="47738" extrusionOk="0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35"/>
            <p:cNvSpPr/>
            <p:nvPr/>
          </p:nvSpPr>
          <p:spPr>
            <a:xfrm>
              <a:off x="240287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35"/>
            <p:cNvSpPr/>
            <p:nvPr/>
          </p:nvSpPr>
          <p:spPr>
            <a:xfrm>
              <a:off x="270097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35"/>
            <p:cNvSpPr/>
            <p:nvPr/>
          </p:nvSpPr>
          <p:spPr>
            <a:xfrm>
              <a:off x="2700975" y="3313800"/>
              <a:ext cx="534175" cy="334775"/>
            </a:xfrm>
            <a:custGeom>
              <a:avLst/>
              <a:gdLst/>
              <a:ahLst/>
              <a:cxnLst/>
              <a:rect l="l" t="t" r="r" b="b"/>
              <a:pathLst>
                <a:path w="21367" h="13391" extrusionOk="0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35"/>
            <p:cNvSpPr/>
            <p:nvPr/>
          </p:nvSpPr>
          <p:spPr>
            <a:xfrm>
              <a:off x="2700975" y="368110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35"/>
            <p:cNvSpPr/>
            <p:nvPr/>
          </p:nvSpPr>
          <p:spPr>
            <a:xfrm>
              <a:off x="2692850" y="3672950"/>
              <a:ext cx="551450" cy="352075"/>
            </a:xfrm>
            <a:custGeom>
              <a:avLst/>
              <a:gdLst/>
              <a:ahLst/>
              <a:cxnLst/>
              <a:rect l="l" t="t" r="r" b="b"/>
              <a:pathLst>
                <a:path w="22058" h="14083" extrusionOk="0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35"/>
            <p:cNvSpPr/>
            <p:nvPr/>
          </p:nvSpPr>
          <p:spPr>
            <a:xfrm>
              <a:off x="330432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35"/>
            <p:cNvSpPr/>
            <p:nvPr/>
          </p:nvSpPr>
          <p:spPr>
            <a:xfrm>
              <a:off x="3304325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35"/>
            <p:cNvSpPr/>
            <p:nvPr/>
          </p:nvSpPr>
          <p:spPr>
            <a:xfrm>
              <a:off x="3173075" y="2324875"/>
              <a:ext cx="135325" cy="249275"/>
            </a:xfrm>
            <a:custGeom>
              <a:avLst/>
              <a:gdLst/>
              <a:ahLst/>
              <a:cxnLst/>
              <a:rect l="l" t="t" r="r" b="b"/>
              <a:pathLst>
                <a:path w="5413" h="9971" extrusionOk="0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35"/>
            <p:cNvSpPr/>
            <p:nvPr/>
          </p:nvSpPr>
          <p:spPr>
            <a:xfrm>
              <a:off x="2390675" y="1910275"/>
              <a:ext cx="866850" cy="1118675"/>
            </a:xfrm>
            <a:custGeom>
              <a:avLst/>
              <a:gdLst/>
              <a:ahLst/>
              <a:cxnLst/>
              <a:rect l="l" t="t" r="r" b="b"/>
              <a:pathLst>
                <a:path w="34674" h="44747" extrusionOk="0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35"/>
            <p:cNvSpPr/>
            <p:nvPr/>
          </p:nvSpPr>
          <p:spPr>
            <a:xfrm>
              <a:off x="2431350" y="1943325"/>
              <a:ext cx="633900" cy="998125"/>
            </a:xfrm>
            <a:custGeom>
              <a:avLst/>
              <a:gdLst/>
              <a:ahLst/>
              <a:cxnLst/>
              <a:rect l="l" t="t" r="r" b="b"/>
              <a:pathLst>
                <a:path w="25356" h="39925" extrusionOk="0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35"/>
            <p:cNvSpPr/>
            <p:nvPr/>
          </p:nvSpPr>
          <p:spPr>
            <a:xfrm>
              <a:off x="2939050" y="2055250"/>
              <a:ext cx="304250" cy="177050"/>
            </a:xfrm>
            <a:custGeom>
              <a:avLst/>
              <a:gdLst/>
              <a:ahLst/>
              <a:cxnLst/>
              <a:rect l="l" t="t" r="r" b="b"/>
              <a:pathLst>
                <a:path w="12170" h="7082" extrusionOk="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35"/>
            <p:cNvSpPr/>
            <p:nvPr/>
          </p:nvSpPr>
          <p:spPr>
            <a:xfrm>
              <a:off x="2382525" y="1901600"/>
              <a:ext cx="878075" cy="1136150"/>
            </a:xfrm>
            <a:custGeom>
              <a:avLst/>
              <a:gdLst/>
              <a:ahLst/>
              <a:cxnLst/>
              <a:rect l="l" t="t" r="r" b="b"/>
              <a:pathLst>
                <a:path w="35123" h="45446" extrusionOk="0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35"/>
            <p:cNvSpPr/>
            <p:nvPr/>
          </p:nvSpPr>
          <p:spPr>
            <a:xfrm>
              <a:off x="2417125" y="1742250"/>
              <a:ext cx="1039825" cy="903125"/>
            </a:xfrm>
            <a:custGeom>
              <a:avLst/>
              <a:gdLst/>
              <a:ahLst/>
              <a:cxnLst/>
              <a:rect l="l" t="t" r="r" b="b"/>
              <a:pathLst>
                <a:path w="41593" h="36125" extrusionOk="0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35"/>
            <p:cNvSpPr/>
            <p:nvPr/>
          </p:nvSpPr>
          <p:spPr>
            <a:xfrm>
              <a:off x="2435425" y="1733725"/>
              <a:ext cx="997100" cy="919800"/>
            </a:xfrm>
            <a:custGeom>
              <a:avLst/>
              <a:gdLst/>
              <a:ahLst/>
              <a:cxnLst/>
              <a:rect l="l" t="t" r="r" b="b"/>
              <a:pathLst>
                <a:path w="39884" h="36792" extrusionOk="0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35"/>
            <p:cNvSpPr/>
            <p:nvPr/>
          </p:nvSpPr>
          <p:spPr>
            <a:xfrm>
              <a:off x="2586000" y="2406000"/>
              <a:ext cx="59050" cy="52500"/>
            </a:xfrm>
            <a:custGeom>
              <a:avLst/>
              <a:gdLst/>
              <a:ahLst/>
              <a:cxnLst/>
              <a:rect l="l" t="t" r="r" b="b"/>
              <a:pathLst>
                <a:path w="2362" h="2100" extrusionOk="0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35"/>
            <p:cNvSpPr/>
            <p:nvPr/>
          </p:nvSpPr>
          <p:spPr>
            <a:xfrm>
              <a:off x="2671475" y="1981950"/>
              <a:ext cx="727475" cy="348225"/>
            </a:xfrm>
            <a:custGeom>
              <a:avLst/>
              <a:gdLst/>
              <a:ahLst/>
              <a:cxnLst/>
              <a:rect l="l" t="t" r="r" b="b"/>
              <a:pathLst>
                <a:path w="29099" h="13929" extrusionOk="0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35"/>
            <p:cNvSpPr/>
            <p:nvPr/>
          </p:nvSpPr>
          <p:spPr>
            <a:xfrm>
              <a:off x="2657225" y="2145625"/>
              <a:ext cx="358175" cy="400300"/>
            </a:xfrm>
            <a:custGeom>
              <a:avLst/>
              <a:gdLst/>
              <a:ahLst/>
              <a:cxnLst/>
              <a:rect l="l" t="t" r="r" b="b"/>
              <a:pathLst>
                <a:path w="14327" h="16012" extrusionOk="0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35"/>
            <p:cNvSpPr/>
            <p:nvPr/>
          </p:nvSpPr>
          <p:spPr>
            <a:xfrm>
              <a:off x="2814925" y="2364375"/>
              <a:ext cx="487375" cy="66325"/>
            </a:xfrm>
            <a:custGeom>
              <a:avLst/>
              <a:gdLst/>
              <a:ahLst/>
              <a:cxnLst/>
              <a:rect l="l" t="t" r="r" b="b"/>
              <a:pathLst>
                <a:path w="19495" h="2653" extrusionOk="0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35"/>
            <p:cNvSpPr/>
            <p:nvPr/>
          </p:nvSpPr>
          <p:spPr>
            <a:xfrm>
              <a:off x="2735575" y="2281825"/>
              <a:ext cx="160775" cy="314125"/>
            </a:xfrm>
            <a:custGeom>
              <a:avLst/>
              <a:gdLst/>
              <a:ahLst/>
              <a:cxnLst/>
              <a:rect l="l" t="t" r="r" b="b"/>
              <a:pathLst>
                <a:path w="6431" h="12565" extrusionOk="0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35"/>
            <p:cNvSpPr/>
            <p:nvPr/>
          </p:nvSpPr>
          <p:spPr>
            <a:xfrm>
              <a:off x="2734550" y="2272975"/>
              <a:ext cx="163825" cy="331700"/>
            </a:xfrm>
            <a:custGeom>
              <a:avLst/>
              <a:gdLst/>
              <a:ahLst/>
              <a:cxnLst/>
              <a:rect l="l" t="t" r="r" b="b"/>
              <a:pathLst>
                <a:path w="6553" h="13268" extrusionOk="0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35"/>
            <p:cNvSpPr/>
            <p:nvPr/>
          </p:nvSpPr>
          <p:spPr>
            <a:xfrm>
              <a:off x="1585875" y="4992575"/>
              <a:ext cx="2500875" cy="466000"/>
            </a:xfrm>
            <a:custGeom>
              <a:avLst/>
              <a:gdLst/>
              <a:ahLst/>
              <a:cxnLst/>
              <a:rect l="l" t="t" r="r" b="b"/>
              <a:pathLst>
                <a:path w="100035" h="18640" extrusionOk="0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35"/>
            <p:cNvSpPr/>
            <p:nvPr/>
          </p:nvSpPr>
          <p:spPr>
            <a:xfrm>
              <a:off x="1577750" y="4984425"/>
              <a:ext cx="2518150" cy="483300"/>
            </a:xfrm>
            <a:custGeom>
              <a:avLst/>
              <a:gdLst/>
              <a:ahLst/>
              <a:cxnLst/>
              <a:rect l="l" t="t" r="r" b="b"/>
              <a:pathLst>
                <a:path w="100726" h="19332" extrusionOk="0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35"/>
            <p:cNvSpPr/>
            <p:nvPr/>
          </p:nvSpPr>
          <p:spPr>
            <a:xfrm>
              <a:off x="1598100" y="2881400"/>
              <a:ext cx="1406100" cy="2341600"/>
            </a:xfrm>
            <a:custGeom>
              <a:avLst/>
              <a:gdLst/>
              <a:ahLst/>
              <a:cxnLst/>
              <a:rect l="l" t="t" r="r" b="b"/>
              <a:pathLst>
                <a:path w="56244" h="93664" extrusionOk="0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35"/>
            <p:cNvSpPr/>
            <p:nvPr/>
          </p:nvSpPr>
          <p:spPr>
            <a:xfrm>
              <a:off x="1631675" y="2921075"/>
              <a:ext cx="1264675" cy="2293325"/>
            </a:xfrm>
            <a:custGeom>
              <a:avLst/>
              <a:gdLst/>
              <a:ahLst/>
              <a:cxnLst/>
              <a:rect l="l" t="t" r="r" b="b"/>
              <a:pathLst>
                <a:path w="50587" h="91733" extrusionOk="0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35"/>
            <p:cNvSpPr/>
            <p:nvPr/>
          </p:nvSpPr>
          <p:spPr>
            <a:xfrm>
              <a:off x="2061025" y="3553925"/>
              <a:ext cx="189250" cy="494225"/>
            </a:xfrm>
            <a:custGeom>
              <a:avLst/>
              <a:gdLst/>
              <a:ahLst/>
              <a:cxnLst/>
              <a:rect l="l" t="t" r="r" b="b"/>
              <a:pathLst>
                <a:path w="7570" h="19769" extrusionOk="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35"/>
            <p:cNvSpPr/>
            <p:nvPr/>
          </p:nvSpPr>
          <p:spPr>
            <a:xfrm>
              <a:off x="2482225" y="4041475"/>
              <a:ext cx="199450" cy="202600"/>
            </a:xfrm>
            <a:custGeom>
              <a:avLst/>
              <a:gdLst/>
              <a:ahLst/>
              <a:cxnLst/>
              <a:rect l="l" t="t" r="r" b="b"/>
              <a:pathLst>
                <a:path w="7978" h="8104" extrusionOk="0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35"/>
            <p:cNvSpPr/>
            <p:nvPr/>
          </p:nvSpPr>
          <p:spPr>
            <a:xfrm>
              <a:off x="2361150" y="4252250"/>
              <a:ext cx="335775" cy="50525"/>
            </a:xfrm>
            <a:custGeom>
              <a:avLst/>
              <a:gdLst/>
              <a:ahLst/>
              <a:cxnLst/>
              <a:rect l="l" t="t" r="r" b="b"/>
              <a:pathLst>
                <a:path w="13431" h="2021" extrusionOk="0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35"/>
            <p:cNvSpPr/>
            <p:nvPr/>
          </p:nvSpPr>
          <p:spPr>
            <a:xfrm>
              <a:off x="2311300" y="4874800"/>
              <a:ext cx="481275" cy="353625"/>
            </a:xfrm>
            <a:custGeom>
              <a:avLst/>
              <a:gdLst/>
              <a:ahLst/>
              <a:cxnLst/>
              <a:rect l="l" t="t" r="r" b="b"/>
              <a:pathLst>
                <a:path w="19251" h="14145" extrusionOk="0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35"/>
            <p:cNvSpPr/>
            <p:nvPr/>
          </p:nvSpPr>
          <p:spPr>
            <a:xfrm>
              <a:off x="1614375" y="2872825"/>
              <a:ext cx="1385750" cy="2358850"/>
            </a:xfrm>
            <a:custGeom>
              <a:avLst/>
              <a:gdLst/>
              <a:ahLst/>
              <a:cxnLst/>
              <a:rect l="l" t="t" r="r" b="b"/>
              <a:pathLst>
                <a:path w="55430" h="94354" extrusionOk="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35"/>
            <p:cNvSpPr/>
            <p:nvPr/>
          </p:nvSpPr>
          <p:spPr>
            <a:xfrm>
              <a:off x="2237025" y="2767550"/>
              <a:ext cx="724450" cy="471000"/>
            </a:xfrm>
            <a:custGeom>
              <a:avLst/>
              <a:gdLst/>
              <a:ahLst/>
              <a:cxnLst/>
              <a:rect l="l" t="t" r="r" b="b"/>
              <a:pathLst>
                <a:path w="28978" h="18840" extrusionOk="0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5"/>
            <p:cNvSpPr/>
            <p:nvPr/>
          </p:nvSpPr>
          <p:spPr>
            <a:xfrm>
              <a:off x="2237025" y="2767450"/>
              <a:ext cx="532150" cy="315425"/>
            </a:xfrm>
            <a:custGeom>
              <a:avLst/>
              <a:gdLst/>
              <a:ahLst/>
              <a:cxnLst/>
              <a:rect l="l" t="t" r="r" b="b"/>
              <a:pathLst>
                <a:path w="21286" h="12617" extrusionOk="0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35"/>
            <p:cNvSpPr/>
            <p:nvPr/>
          </p:nvSpPr>
          <p:spPr>
            <a:xfrm>
              <a:off x="2227875" y="2759300"/>
              <a:ext cx="742750" cy="488050"/>
            </a:xfrm>
            <a:custGeom>
              <a:avLst/>
              <a:gdLst/>
              <a:ahLst/>
              <a:cxnLst/>
              <a:rect l="l" t="t" r="r" b="b"/>
              <a:pathLst>
                <a:path w="29710" h="19522" extrusionOk="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35"/>
            <p:cNvSpPr/>
            <p:nvPr/>
          </p:nvSpPr>
          <p:spPr>
            <a:xfrm>
              <a:off x="3860850" y="4333950"/>
              <a:ext cx="672550" cy="470425"/>
            </a:xfrm>
            <a:custGeom>
              <a:avLst/>
              <a:gdLst/>
              <a:ahLst/>
              <a:cxnLst/>
              <a:rect l="l" t="t" r="r" b="b"/>
              <a:pathLst>
                <a:path w="26902" h="18817" extrusionOk="0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5"/>
            <p:cNvSpPr/>
            <p:nvPr/>
          </p:nvSpPr>
          <p:spPr>
            <a:xfrm>
              <a:off x="3852700" y="4326150"/>
              <a:ext cx="674575" cy="486350"/>
            </a:xfrm>
            <a:custGeom>
              <a:avLst/>
              <a:gdLst/>
              <a:ahLst/>
              <a:cxnLst/>
              <a:rect l="l" t="t" r="r" b="b"/>
              <a:pathLst>
                <a:path w="26983" h="19454" extrusionOk="0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35"/>
            <p:cNvSpPr/>
            <p:nvPr/>
          </p:nvSpPr>
          <p:spPr>
            <a:xfrm>
              <a:off x="4208800" y="4389225"/>
              <a:ext cx="212675" cy="101775"/>
            </a:xfrm>
            <a:custGeom>
              <a:avLst/>
              <a:gdLst/>
              <a:ahLst/>
              <a:cxnLst/>
              <a:rect l="l" t="t" r="r" b="b"/>
              <a:pathLst>
                <a:path w="8507" h="4071" extrusionOk="0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35"/>
            <p:cNvSpPr/>
            <p:nvPr/>
          </p:nvSpPr>
          <p:spPr>
            <a:xfrm>
              <a:off x="4107075" y="4395325"/>
              <a:ext cx="78350" cy="56000"/>
            </a:xfrm>
            <a:custGeom>
              <a:avLst/>
              <a:gdLst/>
              <a:ahLst/>
              <a:cxnLst/>
              <a:rect l="l" t="t" r="r" b="b"/>
              <a:pathLst>
                <a:path w="3134" h="2240" extrusionOk="0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35"/>
            <p:cNvSpPr/>
            <p:nvPr/>
          </p:nvSpPr>
          <p:spPr>
            <a:xfrm>
              <a:off x="3132375" y="4321475"/>
              <a:ext cx="590625" cy="357750"/>
            </a:xfrm>
            <a:custGeom>
              <a:avLst/>
              <a:gdLst/>
              <a:ahLst/>
              <a:cxnLst/>
              <a:rect l="l" t="t" r="r" b="b"/>
              <a:pathLst>
                <a:path w="23625" h="14310" extrusionOk="0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35"/>
            <p:cNvSpPr/>
            <p:nvPr/>
          </p:nvSpPr>
          <p:spPr>
            <a:xfrm>
              <a:off x="3136450" y="4312925"/>
              <a:ext cx="579950" cy="374425"/>
            </a:xfrm>
            <a:custGeom>
              <a:avLst/>
              <a:gdLst/>
              <a:ahLst/>
              <a:cxnLst/>
              <a:rect l="l" t="t" r="r" b="b"/>
              <a:pathLst>
                <a:path w="23198" h="14977" extrusionOk="0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35"/>
            <p:cNvSpPr/>
            <p:nvPr/>
          </p:nvSpPr>
          <p:spPr>
            <a:xfrm>
              <a:off x="3444725" y="4365825"/>
              <a:ext cx="110925" cy="69225"/>
            </a:xfrm>
            <a:custGeom>
              <a:avLst/>
              <a:gdLst/>
              <a:ahLst/>
              <a:cxnLst/>
              <a:rect l="l" t="t" r="r" b="b"/>
              <a:pathLst>
                <a:path w="4437" h="2769" extrusionOk="0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35"/>
            <p:cNvSpPr/>
            <p:nvPr/>
          </p:nvSpPr>
          <p:spPr>
            <a:xfrm>
              <a:off x="3362300" y="4339625"/>
              <a:ext cx="85500" cy="62600"/>
            </a:xfrm>
            <a:custGeom>
              <a:avLst/>
              <a:gdLst/>
              <a:ahLst/>
              <a:cxnLst/>
              <a:rect l="l" t="t" r="r" b="b"/>
              <a:pathLst>
                <a:path w="3420" h="2504" extrusionOk="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35"/>
            <p:cNvSpPr/>
            <p:nvPr/>
          </p:nvSpPr>
          <p:spPr>
            <a:xfrm>
              <a:off x="2535150" y="3264975"/>
              <a:ext cx="1519025" cy="2054400"/>
            </a:xfrm>
            <a:custGeom>
              <a:avLst/>
              <a:gdLst/>
              <a:ahLst/>
              <a:cxnLst/>
              <a:rect l="l" t="t" r="r" b="b"/>
              <a:pathLst>
                <a:path w="60761" h="82176" extrusionOk="0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35"/>
            <p:cNvSpPr/>
            <p:nvPr/>
          </p:nvSpPr>
          <p:spPr>
            <a:xfrm>
              <a:off x="2553450" y="3316850"/>
              <a:ext cx="1490550" cy="2002325"/>
            </a:xfrm>
            <a:custGeom>
              <a:avLst/>
              <a:gdLst/>
              <a:ahLst/>
              <a:cxnLst/>
              <a:rect l="l" t="t" r="r" b="b"/>
              <a:pathLst>
                <a:path w="59622" h="80093" extrusionOk="0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35"/>
            <p:cNvSpPr/>
            <p:nvPr/>
          </p:nvSpPr>
          <p:spPr>
            <a:xfrm>
              <a:off x="2545325" y="3256325"/>
              <a:ext cx="1502750" cy="2072025"/>
            </a:xfrm>
            <a:custGeom>
              <a:avLst/>
              <a:gdLst/>
              <a:ahLst/>
              <a:cxnLst/>
              <a:rect l="l" t="t" r="r" b="b"/>
              <a:pathLst>
                <a:path w="60110" h="82881" extrusionOk="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35"/>
            <p:cNvSpPr/>
            <p:nvPr/>
          </p:nvSpPr>
          <p:spPr>
            <a:xfrm>
              <a:off x="3802850" y="4638300"/>
              <a:ext cx="175025" cy="233225"/>
            </a:xfrm>
            <a:custGeom>
              <a:avLst/>
              <a:gdLst/>
              <a:ahLst/>
              <a:cxnLst/>
              <a:rect l="l" t="t" r="r" b="b"/>
              <a:pathLst>
                <a:path w="7001" h="9329" extrusionOk="0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35"/>
            <p:cNvSpPr/>
            <p:nvPr/>
          </p:nvSpPr>
          <p:spPr>
            <a:xfrm>
              <a:off x="975425" y="2808800"/>
              <a:ext cx="1312500" cy="2649775"/>
            </a:xfrm>
            <a:custGeom>
              <a:avLst/>
              <a:gdLst/>
              <a:ahLst/>
              <a:cxnLst/>
              <a:rect l="l" t="t" r="r" b="b"/>
              <a:pathLst>
                <a:path w="52500" h="105991" extrusionOk="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35"/>
            <p:cNvSpPr/>
            <p:nvPr/>
          </p:nvSpPr>
          <p:spPr>
            <a:xfrm>
              <a:off x="966275" y="2801025"/>
              <a:ext cx="1330800" cy="2666700"/>
            </a:xfrm>
            <a:custGeom>
              <a:avLst/>
              <a:gdLst/>
              <a:ahLst/>
              <a:cxnLst/>
              <a:rect l="l" t="t" r="r" b="b"/>
              <a:pathLst>
                <a:path w="53232" h="106668" extrusionOk="0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35"/>
            <p:cNvSpPr/>
            <p:nvPr/>
          </p:nvSpPr>
          <p:spPr>
            <a:xfrm>
              <a:off x="474850" y="2774800"/>
              <a:ext cx="1737800" cy="2683775"/>
            </a:xfrm>
            <a:custGeom>
              <a:avLst/>
              <a:gdLst/>
              <a:ahLst/>
              <a:cxnLst/>
              <a:rect l="l" t="t" r="r" b="b"/>
              <a:pathLst>
                <a:path w="69512" h="107351" extrusionOk="0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35"/>
            <p:cNvSpPr/>
            <p:nvPr/>
          </p:nvSpPr>
          <p:spPr>
            <a:xfrm>
              <a:off x="469775" y="2766425"/>
              <a:ext cx="1751000" cy="2701300"/>
            </a:xfrm>
            <a:custGeom>
              <a:avLst/>
              <a:gdLst/>
              <a:ahLst/>
              <a:cxnLst/>
              <a:rect l="l" t="t" r="r" b="b"/>
              <a:pathLst>
                <a:path w="70040" h="108052" extrusionOk="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35"/>
            <p:cNvSpPr/>
            <p:nvPr/>
          </p:nvSpPr>
          <p:spPr>
            <a:xfrm>
              <a:off x="1026300" y="5458550"/>
              <a:ext cx="6114750" cy="25"/>
            </a:xfrm>
            <a:custGeom>
              <a:avLst/>
              <a:gdLst/>
              <a:ahLst/>
              <a:cxnLst/>
              <a:rect l="l" t="t" r="r" b="b"/>
              <a:pathLst>
                <a:path w="244590" h="1" extrusionOk="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35"/>
            <p:cNvSpPr/>
            <p:nvPr/>
          </p:nvSpPr>
          <p:spPr>
            <a:xfrm>
              <a:off x="1017150" y="5450400"/>
              <a:ext cx="6132050" cy="17325"/>
            </a:xfrm>
            <a:custGeom>
              <a:avLst/>
              <a:gdLst/>
              <a:ahLst/>
              <a:cxnLst/>
              <a:rect l="l" t="t" r="r" b="b"/>
              <a:pathLst>
                <a:path w="245282" h="693" extrusionOk="0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84" name="Google Shape;1884;p35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2"/>
                </a:solidFill>
              </a:rPr>
              <a:t>Persistent Volumes</a:t>
            </a:r>
            <a:endParaRPr sz="5000">
              <a:solidFill>
                <a:schemeClr val="dk2"/>
              </a:solidFill>
            </a:endParaRPr>
          </a:p>
        </p:txBody>
      </p:sp>
      <p:sp>
        <p:nvSpPr>
          <p:cNvPr id="1885" name="Google Shape;1885;p35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/>
              <a:t>Daniel, Nino, Stefan, Joshua</a:t>
            </a:r>
            <a:endParaRPr sz="2300">
              <a:solidFill>
                <a:schemeClr val="accen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/>
          <p:cNvSpPr txBox="1">
            <a:spLocks noGrp="1"/>
          </p:cNvSpPr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Wieso? </a:t>
            </a:r>
            <a:endParaRPr sz="4700"/>
          </a:p>
        </p:txBody>
      </p:sp>
      <p:sp>
        <p:nvSpPr>
          <p:cNvPr id="2156" name="Google Shape;2156;p38"/>
          <p:cNvSpPr txBox="1">
            <a:spLocks noGrp="1"/>
          </p:cNvSpPr>
          <p:nvPr>
            <p:ph type="title" idx="2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6" name="Google Shape;2196;p40"/>
          <p:cNvSpPr txBox="1">
            <a:spLocks noGrp="1"/>
          </p:cNvSpPr>
          <p:nvPr>
            <p:ph type="subTitle" idx="1"/>
          </p:nvPr>
        </p:nvSpPr>
        <p:spPr>
          <a:xfrm>
            <a:off x="5153248" y="2242649"/>
            <a:ext cx="2232836" cy="10463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1"/>
                </a:solidFill>
              </a:rPr>
              <a:t>Datei teilen </a:t>
            </a:r>
            <a:endParaRPr sz="2800"/>
          </a:p>
        </p:txBody>
      </p:sp>
      <p:sp>
        <p:nvSpPr>
          <p:cNvPr id="2197" name="Google Shape;2197;p40"/>
          <p:cNvSpPr txBox="1">
            <a:spLocks noGrp="1"/>
          </p:cNvSpPr>
          <p:nvPr>
            <p:ph type="subTitle" idx="2"/>
          </p:nvPr>
        </p:nvSpPr>
        <p:spPr>
          <a:xfrm>
            <a:off x="2523461" y="2242649"/>
            <a:ext cx="2296632" cy="9754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1"/>
                </a:solidFill>
              </a:rPr>
              <a:t>Daten gehen veloren</a:t>
            </a:r>
            <a:endParaRPr sz="2800"/>
          </a:p>
        </p:txBody>
      </p:sp>
      <p:pic>
        <p:nvPicPr>
          <p:cNvPr id="9" name="Grafik 8" descr="Datenbank Silhouette">
            <a:extLst>
              <a:ext uri="{FF2B5EF4-FFF2-40B4-BE49-F238E27FC236}">
                <a16:creationId xmlns:a16="http://schemas.microsoft.com/office/drawing/2014/main" id="{C46ACF8B-A995-F1EA-FF6F-16E5278AD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14577" y="1490679"/>
            <a:ext cx="914400" cy="914400"/>
          </a:xfrm>
          <a:prstGeom prst="rect">
            <a:avLst/>
          </a:prstGeom>
        </p:spPr>
      </p:pic>
      <p:pic>
        <p:nvPicPr>
          <p:cNvPr id="11" name="Grafik 10" descr="Dokument Silhouette">
            <a:extLst>
              <a:ext uri="{FF2B5EF4-FFF2-40B4-BE49-F238E27FC236}">
                <a16:creationId xmlns:a16="http://schemas.microsoft.com/office/drawing/2014/main" id="{17278581-B844-4DA9-415A-02AD616E81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12466" y="1490679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9A968E25-694B-9675-E1C9-F9AA5FBC0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>
            <a:extLst>
              <a:ext uri="{FF2B5EF4-FFF2-40B4-BE49-F238E27FC236}">
                <a16:creationId xmlns:a16="http://schemas.microsoft.com/office/drawing/2014/main" id="{00E24860-9F12-3B09-6C7A-A3E7064988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Funktion</a:t>
            </a:r>
            <a:endParaRPr sz="4700"/>
          </a:p>
        </p:txBody>
      </p:sp>
      <p:sp>
        <p:nvSpPr>
          <p:cNvPr id="2156" name="Google Shape;2156;p38">
            <a:extLst>
              <a:ext uri="{FF2B5EF4-FFF2-40B4-BE49-F238E27FC236}">
                <a16:creationId xmlns:a16="http://schemas.microsoft.com/office/drawing/2014/main" id="{E25226EC-8673-7ED3-2173-ED28E402531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04828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6">
          <a:extLst>
            <a:ext uri="{FF2B5EF4-FFF2-40B4-BE49-F238E27FC236}">
              <a16:creationId xmlns:a16="http://schemas.microsoft.com/office/drawing/2014/main" id="{F48B75DB-80CE-992F-60DF-F224DAD5E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16A606F0-00D4-C6AE-05B4-4F755CC4A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9144000" cy="520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347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2">
          <a:extLst>
            <a:ext uri="{FF2B5EF4-FFF2-40B4-BE49-F238E27FC236}">
              <a16:creationId xmlns:a16="http://schemas.microsoft.com/office/drawing/2014/main" id="{8C5AA8B5-F75A-11E0-10F9-34B64994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3" name="Google Shape;3213;p57">
            <a:extLst>
              <a:ext uri="{FF2B5EF4-FFF2-40B4-BE49-F238E27FC236}">
                <a16:creationId xmlns:a16="http://schemas.microsoft.com/office/drawing/2014/main" id="{4355AAFC-5155-5D88-6B9C-3144256AB9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AT" sz="3600"/>
              <a:t>PV-Persistent </a:t>
            </a:r>
            <a:r>
              <a:rPr lang="de-AT" sz="3600" err="1"/>
              <a:t>Volumes</a:t>
            </a:r>
            <a:endParaRPr sz="36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4" name="Google Shape;3214;p57">
            <a:extLst>
              <a:ext uri="{FF2B5EF4-FFF2-40B4-BE49-F238E27FC236}">
                <a16:creationId xmlns:a16="http://schemas.microsoft.com/office/drawing/2014/main" id="{6DA6BEC7-31D0-F2E1-D95E-18A828CF211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71015" y="907672"/>
            <a:ext cx="4304761" cy="36093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de-AT" sz="2800"/>
              <a:t>Cluster </a:t>
            </a:r>
            <a:r>
              <a:rPr lang="de-AT" sz="2800" err="1"/>
              <a:t>level</a:t>
            </a:r>
            <a:r>
              <a:rPr lang="de-AT" sz="2800"/>
              <a:t> Storage </a:t>
            </a:r>
            <a:r>
              <a:rPr lang="de-AT" sz="2800" err="1"/>
              <a:t>Resource</a:t>
            </a:r>
            <a:r>
              <a:rPr lang="de-AT" sz="2800"/>
              <a:t> </a:t>
            </a:r>
            <a:br>
              <a:rPr lang="de-AT" sz="2800"/>
            </a:br>
            <a:endParaRPr lang="de-AT" sz="280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de-AT" sz="2800"/>
              <a:t>Dauerhafte Speicherung unabhängig von den Pods</a:t>
            </a:r>
            <a:br>
              <a:rPr lang="de-AT" sz="2800"/>
            </a:br>
            <a:endParaRPr lang="de-AT" sz="280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de-AT" sz="2800"/>
              <a:t>Volume </a:t>
            </a:r>
            <a:r>
              <a:rPr lang="de-AT" sz="2800" err="1"/>
              <a:t>plugin</a:t>
            </a:r>
            <a:r>
              <a:rPr lang="de-AT" sz="2800"/>
              <a:t> </a:t>
            </a:r>
            <a:br>
              <a:rPr lang="de-AT" sz="2800"/>
            </a:br>
            <a:endParaRPr lang="de-AT" sz="280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de-AT" sz="2800"/>
              <a:t>Gehört keinen Pod an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de-AT" sz="280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sz="2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795942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2">
          <a:extLst>
            <a:ext uri="{FF2B5EF4-FFF2-40B4-BE49-F238E27FC236}">
              <a16:creationId xmlns:a16="http://schemas.microsoft.com/office/drawing/2014/main" id="{4DFEEB14-A959-C66C-CDF2-E1ECF19C4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3" name="Google Shape;3213;p57">
            <a:extLst>
              <a:ext uri="{FF2B5EF4-FFF2-40B4-BE49-F238E27FC236}">
                <a16:creationId xmlns:a16="http://schemas.microsoft.com/office/drawing/2014/main" id="{D4E951BE-BF78-5482-8020-EE55EC061F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AT" sz="3600"/>
              <a:t>PVC-</a:t>
            </a:r>
            <a:r>
              <a:rPr lang="de-AT" sz="3600" err="1"/>
              <a:t>PersistentVolume</a:t>
            </a:r>
            <a:r>
              <a:rPr lang="de-AT" sz="3600"/>
              <a:t> Claim</a:t>
            </a:r>
            <a:endParaRPr sz="36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4" name="Google Shape;3214;p57">
            <a:extLst>
              <a:ext uri="{FF2B5EF4-FFF2-40B4-BE49-F238E27FC236}">
                <a16:creationId xmlns:a16="http://schemas.microsoft.com/office/drawing/2014/main" id="{9C67F8E8-A49C-1F84-219D-C1C6670F7DC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71015" y="907672"/>
            <a:ext cx="4304761" cy="36093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de-AT" sz="2800"/>
              <a:t>Anfrage</a:t>
            </a:r>
            <a:br>
              <a:rPr lang="de-AT" sz="2800"/>
            </a:br>
            <a:endParaRPr lang="de-AT" sz="280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de-AT" sz="2800"/>
              <a:t>Brücke zwischen Pods und PV</a:t>
            </a:r>
            <a:br>
              <a:rPr lang="de-AT" sz="2800"/>
            </a:br>
            <a:endParaRPr lang="de-AT" sz="280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de-AT" sz="2800"/>
              <a:t>Kann eigene </a:t>
            </a:r>
            <a:r>
              <a:rPr lang="de-AT" sz="2800" err="1"/>
              <a:t>PVs</a:t>
            </a:r>
            <a:r>
              <a:rPr lang="de-AT" sz="2800"/>
              <a:t> erzeugen (StorageClass)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de-AT" sz="280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sz="2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4255446289"/>
      </p:ext>
    </p:extLst>
  </p:cSld>
  <p:clrMapOvr>
    <a:masterClrMapping/>
  </p:clrMapOvr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83c08fa-e532-4e76-8b97-1fcd755c216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C809E9500A17E4495474D290E833AB7" ma:contentTypeVersion="13" ma:contentTypeDescription="Ein neues Dokument erstellen." ma:contentTypeScope="" ma:versionID="d6b503fe1a7ea0a0a9317e698fdf9613">
  <xsd:schema xmlns:xsd="http://www.w3.org/2001/XMLSchema" xmlns:xs="http://www.w3.org/2001/XMLSchema" xmlns:p="http://schemas.microsoft.com/office/2006/metadata/properties" xmlns:ns3="b83c08fa-e532-4e76-8b97-1fcd755c216a" xmlns:ns4="505d4bf5-0927-4e2e-9c80-225ba1cf0058" targetNamespace="http://schemas.microsoft.com/office/2006/metadata/properties" ma:root="true" ma:fieldsID="ae41022f57d99d223310588b46660d38" ns3:_="" ns4:_="">
    <xsd:import namespace="b83c08fa-e532-4e76-8b97-1fcd755c216a"/>
    <xsd:import namespace="505d4bf5-0927-4e2e-9c80-225ba1cf005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3c08fa-e532-4e76-8b97-1fcd755c21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d4bf5-0927-4e2e-9c80-225ba1cf005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Freigabehinweis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A94AC0B-5023-4021-B0DA-6560C087A4E1}">
  <ds:schemaRefs>
    <ds:schemaRef ds:uri="505d4bf5-0927-4e2e-9c80-225ba1cf0058"/>
    <ds:schemaRef ds:uri="b83c08fa-e532-4e76-8b97-1fcd755c216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A28FEE-8FB5-49B7-AFD9-B520C6E1B1DF}">
  <ds:schemaRefs>
    <ds:schemaRef ds:uri="505d4bf5-0927-4e2e-9c80-225ba1cf0058"/>
    <ds:schemaRef ds:uri="b83c08fa-e532-4e76-8b97-1fcd755c216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46AE482-2422-45CE-B790-9E5075EA3DB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7</Slides>
  <Notes>7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Technology Consulting by Slidesgo</vt:lpstr>
      <vt:lpstr>Slidesgo Final Pages</vt:lpstr>
      <vt:lpstr>Persistent Volumes</vt:lpstr>
      <vt:lpstr>Wieso? </vt:lpstr>
      <vt:lpstr>PowerPoint Presentation</vt:lpstr>
      <vt:lpstr>Funktion</vt:lpstr>
      <vt:lpstr>PowerPoint Presentation</vt:lpstr>
      <vt:lpstr>PV-Persistent Volumes </vt:lpstr>
      <vt:lpstr>PVC-PersistentVolume Claim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2026-03-11T09:39:37Z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0x0101005C809E9500A17E4495474D290E833AB7</vt:lpwstr>
  </property>
</Properties>
</file>