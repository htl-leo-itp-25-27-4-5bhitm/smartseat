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7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82372"/>
  </p:normalViewPr>
  <p:slideViewPr>
    <p:cSldViewPr snapToGrid="0" snapToObjects="1">
      <p:cViewPr varScale="1">
        <p:scale>
          <a:sx n="85" d="100"/>
          <a:sy n="85" d="100"/>
        </p:scale>
        <p:origin x="219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FB483-862A-574D-8A06-10DE802C849B}" type="datetimeFigureOut">
              <a:rPr lang="de-DE" smtClean="0"/>
              <a:t>18.03.26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5B7FA-7B88-6440-BEB5-964E80C9F83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008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Pods werden gelöscht und neu gestartet wenn: auf einem Node kein Platz mehr ist oder sie ausfallen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A5B7FA-7B88-6440-BEB5-964E80C9F83A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81635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Persistent Volumes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Joschua Auer, Stefan Meinhart, Daniel Riemer, Nino Tesar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>
                <a:solidFill>
                  <a:srgbClr val="FFFFFF"/>
                </a:solidFill>
              </a:rPr>
              <a:t>Problem: Container sind ephemer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de-AT" sz="2000" dirty="0"/>
              <a:t>Pods sind kurzlebig</a:t>
            </a:r>
          </a:p>
          <a:p>
            <a:pPr lvl="1"/>
            <a:r>
              <a:rPr lang="de-AT" sz="2000" dirty="0"/>
              <a:t>Neustart oder Löschung = Datenverlust</a:t>
            </a:r>
          </a:p>
          <a:p>
            <a:pPr lvl="1"/>
            <a:r>
              <a:rPr lang="de-AT" sz="2000" dirty="0"/>
              <a:t>Lokaler Speicher ist nicht persistent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>
                <a:solidFill>
                  <a:srgbClr val="FFFFFF"/>
                </a:solidFill>
              </a:rPr>
              <a:t>Was passiert ohne Persistent Volume?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9624" y="649480"/>
            <a:ext cx="4483532" cy="5546047"/>
          </a:xfrm>
        </p:spPr>
        <p:txBody>
          <a:bodyPr anchor="ctr">
            <a:normAutofit/>
          </a:bodyPr>
          <a:lstStyle/>
          <a:p>
            <a:r>
              <a:rPr lang="de-AT" sz="1700" dirty="0"/>
              <a:t>Daten liegen nur im Container-Dateisystem</a:t>
            </a:r>
          </a:p>
          <a:p>
            <a:pPr lvl="1"/>
            <a:r>
              <a:rPr lang="de-AT" sz="1700" dirty="0"/>
              <a:t>Pod wird gelöscht → Daten sind weg</a:t>
            </a:r>
          </a:p>
          <a:p>
            <a:pPr lvl="1"/>
            <a:r>
              <a:rPr lang="de-AT" sz="1700" dirty="0"/>
              <a:t>Pod wird neu erstellt → leeres Dateisystem</a:t>
            </a:r>
          </a:p>
          <a:p>
            <a:pPr lvl="1"/>
            <a:r>
              <a:rPr lang="de-AT" sz="1700" dirty="0"/>
              <a:t>Nicht geeignet für produktive, zustandsbehaftete Anwendungen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>
                <a:solidFill>
                  <a:srgbClr val="FFFFFF"/>
                </a:solidFill>
              </a:rPr>
              <a:t>Warum brauchen wir persistenten Speicher?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de-AT" sz="2000" dirty="0"/>
              <a:t>Datenbank</a:t>
            </a:r>
          </a:p>
          <a:p>
            <a:pPr lvl="1"/>
            <a:r>
              <a:rPr lang="de-AT" sz="2000" dirty="0"/>
              <a:t>Benutzerinteraktionen</a:t>
            </a:r>
          </a:p>
          <a:p>
            <a:pPr lvl="1"/>
            <a:r>
              <a:rPr lang="de-AT" sz="2000" dirty="0"/>
              <a:t>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>
                <a:solidFill>
                  <a:srgbClr val="FFFFFF"/>
                </a:solidFill>
              </a:rPr>
              <a:t>Die drei Kernobjekte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de-AT" sz="1700" dirty="0" err="1"/>
              <a:t>PersistentVolume</a:t>
            </a:r>
            <a:r>
              <a:rPr lang="de-AT" sz="1700" dirty="0"/>
              <a:t> (PV)</a:t>
            </a:r>
          </a:p>
          <a:p>
            <a:r>
              <a:rPr lang="de-AT" sz="1700" dirty="0" err="1"/>
              <a:t>PersistentVolumeClaim</a:t>
            </a:r>
            <a:r>
              <a:rPr lang="de-AT" sz="1700" dirty="0"/>
              <a:t> (PVC)</a:t>
            </a:r>
          </a:p>
          <a:p>
            <a:r>
              <a:rPr lang="de-AT" sz="1700" dirty="0"/>
              <a:t>Pod mit Volume-Mount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2200">
                <a:solidFill>
                  <a:srgbClr val="FFFFFF"/>
                </a:solidFill>
              </a:rPr>
              <a:t>PersistentVolume (PV)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de-AT" sz="1700" dirty="0"/>
              <a:t>Speicherressource im Cluster</a:t>
            </a:r>
          </a:p>
          <a:p>
            <a:r>
              <a:rPr lang="de-AT" sz="1700" dirty="0"/>
              <a:t>Wird vom Administrator erstellt</a:t>
            </a:r>
          </a:p>
          <a:p>
            <a:r>
              <a:rPr lang="de-AT" sz="1700" dirty="0"/>
              <a:t>Definiert Kapazität und Access 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de-AT" sz="3500">
                <a:solidFill>
                  <a:srgbClr val="FFFFFF"/>
                </a:solidFill>
              </a:rPr>
              <a:t>PersistentVolumeClaim (PVC)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de-AT" sz="1700" dirty="0"/>
              <a:t>Speicheranforderung eines Pods</a:t>
            </a:r>
          </a:p>
          <a:p>
            <a:r>
              <a:rPr lang="de-AT" sz="1700" dirty="0"/>
              <a:t>Definiert Größe und Access Mode</a:t>
            </a:r>
          </a:p>
          <a:p>
            <a:r>
              <a:rPr lang="de-AT" sz="1700" dirty="0" err="1"/>
              <a:t>Kubernetes</a:t>
            </a:r>
            <a:r>
              <a:rPr lang="de-AT" sz="1700" dirty="0"/>
              <a:t> </a:t>
            </a:r>
            <a:r>
              <a:rPr lang="de-AT" sz="1700" dirty="0" err="1"/>
              <a:t>matched</a:t>
            </a:r>
            <a:r>
              <a:rPr lang="de-AT" sz="1700" dirty="0"/>
              <a:t> automatisch mit PV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de-AT" sz="3500">
                <a:solidFill>
                  <a:srgbClr val="FFFFFF"/>
                </a:solidFill>
              </a:rPr>
              <a:t>Zusammenspiel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de-AT" sz="1700"/>
              <a:t>Pod → PVC → PV → Physischer Speicher</a:t>
            </a:r>
          </a:p>
          <a:p>
            <a:pPr lvl="1"/>
            <a:r>
              <a:rPr lang="de-AT" sz="1700"/>
              <a:t>PVC wird erstellt</a:t>
            </a:r>
          </a:p>
          <a:p>
            <a:pPr lvl="1"/>
            <a:r>
              <a:rPr lang="de-AT" sz="1700"/>
              <a:t>Kubernetes bindet passendes PV</a:t>
            </a:r>
          </a:p>
          <a:p>
            <a:pPr lvl="1"/>
            <a:r>
              <a:rPr lang="de-AT" sz="1700"/>
              <a:t>Pod mountet PVC</a:t>
            </a:r>
          </a:p>
          <a:p>
            <a:pPr lvl="1"/>
            <a:r>
              <a:rPr lang="de-AT" sz="1700"/>
              <a:t>Daten bleiben auch nach Neustart erhalten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647692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 dirty="0" err="1">
                <a:solidFill>
                  <a:srgbClr val="FFFFFF"/>
                </a:solidFill>
              </a:rPr>
              <a:t>StorageClass</a:t>
            </a:r>
            <a:endParaRPr lang="de-AT" sz="3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de-AT" sz="1700" dirty="0"/>
              <a:t>Automatische Erstellung von </a:t>
            </a:r>
            <a:r>
              <a:rPr lang="de-AT" sz="1700" dirty="0" err="1"/>
              <a:t>PersistentVolumes</a:t>
            </a:r>
            <a:endParaRPr lang="de-AT" sz="1700" dirty="0"/>
          </a:p>
          <a:p>
            <a:pPr lvl="1"/>
            <a:r>
              <a:rPr lang="de-AT" sz="1700" dirty="0"/>
              <a:t>Kein manuelles Anlegen von PV notwendig</a:t>
            </a:r>
          </a:p>
          <a:p>
            <a:pPr lvl="1"/>
            <a:r>
              <a:rPr lang="de-AT" sz="1700" dirty="0"/>
              <a:t>Besonders wichtig in Cloud-Umgebungen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>
                <a:solidFill>
                  <a:srgbClr val="FFFFFF"/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de-AT" sz="1700"/>
              <a:t>Kein hostPath in Produktion verwenden</a:t>
            </a:r>
          </a:p>
          <a:p>
            <a:pPr lvl="1"/>
            <a:r>
              <a:rPr lang="de-AT" sz="1700"/>
              <a:t>StorageClass nutzen</a:t>
            </a:r>
          </a:p>
          <a:p>
            <a:pPr lvl="1"/>
            <a:r>
              <a:rPr lang="de-AT" sz="1700"/>
              <a:t>Backups einplanen</a:t>
            </a:r>
          </a:p>
          <a:p>
            <a:pPr lvl="1"/>
            <a:r>
              <a:rPr lang="de-AT" sz="1700"/>
              <a:t>Access Modes richtig wählen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de-AT" sz="3500">
                <a:solidFill>
                  <a:srgbClr val="FFFFFF"/>
                </a:solidFill>
              </a:rPr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de-AT" sz="1700" dirty="0"/>
              <a:t>Pods sind austauschbar und flüchtig</a:t>
            </a:r>
          </a:p>
          <a:p>
            <a:pPr lvl="1"/>
            <a:r>
              <a:rPr lang="de-AT" sz="1700" dirty="0"/>
              <a:t>Internes Dateisystem geht bei Neustart verloren</a:t>
            </a:r>
          </a:p>
          <a:p>
            <a:pPr lvl="1"/>
            <a:r>
              <a:rPr lang="de-AT" sz="1700" dirty="0"/>
              <a:t>Ohne PV verschwinden Daten</a:t>
            </a:r>
          </a:p>
          <a:p>
            <a:pPr lvl="1"/>
            <a:r>
              <a:rPr lang="de-AT" sz="1700" dirty="0"/>
              <a:t>Persistenter Speicher ist Voraussetzung für produktive Workloads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Macintosh PowerPoint</Application>
  <PresentationFormat>Bildschirmpräsentation (4:3)</PresentationFormat>
  <Paragraphs>49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Persistent Volumes</vt:lpstr>
      <vt:lpstr>Problem: Container sind ephemer</vt:lpstr>
      <vt:lpstr>Was passiert ohne Persistent Volume?</vt:lpstr>
      <vt:lpstr>Warum brauchen wir persistenten Speicher?</vt:lpstr>
      <vt:lpstr>Die drei Kernobjekte</vt:lpstr>
      <vt:lpstr>PersistentVolume (PV)</vt:lpstr>
      <vt:lpstr>PersistentVolumeClaim (PVC)</vt:lpstr>
      <vt:lpstr>Zusammenspiel</vt:lpstr>
      <vt:lpstr>StorageClass</vt:lpstr>
      <vt:lpstr>Best Practices</vt:lpstr>
      <vt:lpstr>Fazit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Auer Joschua</cp:lastModifiedBy>
  <cp:revision>4</cp:revision>
  <dcterms:created xsi:type="dcterms:W3CDTF">2013-01-27T09:14:16Z</dcterms:created>
  <dcterms:modified xsi:type="dcterms:W3CDTF">2026-03-18T07:55:14Z</dcterms:modified>
  <cp:category/>
</cp:coreProperties>
</file>